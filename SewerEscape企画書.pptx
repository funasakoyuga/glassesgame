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sldIdLst>
    <p:sldId id="256" r:id="rId5"/>
    <p:sldId id="257" r:id="rId6"/>
    <p:sldId id="258" r:id="rId7"/>
    <p:sldId id="259" r:id="rId8"/>
    <p:sldId id="260" r:id="rId9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0000000-0000-0000-0000-000000000000}" v="43" dt="2026-10-08T21:13:47.01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104" d="100"/>
          <a:sy n="104" d="100"/>
        </p:scale>
        <p:origin x="870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tableStyles" Target="tableStyle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theme" Target="theme/theme1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viewProps" Target="viewProps.xml"/><Relationship Id="rId5" Type="http://schemas.openxmlformats.org/officeDocument/2006/relationships/slide" Target="slides/slide1.xml"/><Relationship Id="rId15" Type="http://schemas.microsoft.com/office/2015/10/relationships/revisionInfo" Target="revisionInfo.xml"/><Relationship Id="rId10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寺尾　彪翔" userId="S::fko2647029@stu.o-hara.ac.jp::aaed72af-aabf-466b-8760-91fcfb510bd3" providerId="AD" clId="Web-{00000000-0000-0000-0000-000000000000}"/>
    <pc:docChg chg="modSld">
      <pc:chgData name="寺尾　彪翔" userId="S::fko2647029@stu.o-hara.ac.jp::aaed72af-aabf-466b-8760-91fcfb510bd3" providerId="AD" clId="Web-{00000000-0000-0000-0000-000000000000}" dt="2026-10-08T21:13:47.015" v="45" actId="20577"/>
      <pc:docMkLst>
        <pc:docMk/>
      </pc:docMkLst>
      <pc:sldChg chg="modSp">
        <pc:chgData name="寺尾　彪翔" userId="S::fko2647029@stu.o-hara.ac.jp::aaed72af-aabf-466b-8760-91fcfb510bd3" providerId="AD" clId="Web-{00000000-0000-0000-0000-000000000000}" dt="2026-10-08T21:13:47.015" v="45" actId="20577"/>
        <pc:sldMkLst>
          <pc:docMk/>
          <pc:sldMk cId="3795403796" sldId="259"/>
        </pc:sldMkLst>
        <pc:spChg chg="mod">
          <ac:chgData name="寺尾　彪翔" userId="S::fko2647029@stu.o-hara.ac.jp::aaed72af-aabf-466b-8760-91fcfb510bd3" providerId="AD" clId="Web-{00000000-0000-0000-0000-000000000000}" dt="2026-10-08T21:13:47.015" v="45" actId="20577"/>
          <ac:spMkLst>
            <pc:docMk/>
            <pc:sldMk cId="3795403796" sldId="259"/>
            <ac:spMk id="3" creationId="{A4889A58-1010-D491-4103-B01FDACBA81C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EE70C56-6A5E-426A-AD6A-0A64B046B0E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0F7862C9-D0EA-5132-8FC6-1DDC336AA67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3AD88B3-5033-43C1-AE66-554E9A0556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7489E2-24D5-4E87-8DBE-89F167604D51}" type="datetimeFigureOut">
              <a:rPr kumimoji="1" lang="ja-JP" altLang="en-US" smtClean="0"/>
              <a:t>2026/10/9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D16D3AEA-5D5D-E430-CE7D-9FA9F82548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73522BC-E107-25AF-9A38-09C48B1FA8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E62E21-B8DB-4DAC-8AD8-B865D18EB8D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318313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18EB67A-CBA4-0B2C-8372-3AB1E245FD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6D94FFC8-0567-3890-5D3D-2E194AF33AF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503D544-441B-58DD-602F-EF999DFEBA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7489E2-24D5-4E87-8DBE-89F167604D51}" type="datetimeFigureOut">
              <a:rPr kumimoji="1" lang="ja-JP" altLang="en-US" smtClean="0"/>
              <a:t>2026/10/9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84BF8DE8-5C33-2F87-DF13-4DF1117540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7F6BA087-0107-1E79-52DF-9E21AE3A14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E62E21-B8DB-4DAC-8AD8-B865D18EB8D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222536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FD03BB6-6B22-089C-9B33-6F75B31E0D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60D2B933-0655-A84E-BACF-74592E5DC49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4A399D79-11F4-A8AE-09FD-478240A58C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7489E2-24D5-4E87-8DBE-89F167604D51}" type="datetimeFigureOut">
              <a:rPr kumimoji="1" lang="ja-JP" altLang="en-US" smtClean="0"/>
              <a:t>2026/10/9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80E163A4-0BBE-112B-A8D9-2D922861B2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40D4136-C667-06FB-264A-0F87522728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E62E21-B8DB-4DAC-8AD8-B865D18EB8D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0883985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C58AD03-D865-4EED-788C-29F8FAACC6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C040EF6F-69F2-5D84-A7C2-5290A192D7B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AFDF7FEE-8EDB-F6B0-34CF-22583E5B7A8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75E3CC45-5D17-06A8-8358-33270B4ED3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7489E2-24D5-4E87-8DBE-89F167604D51}" type="datetimeFigureOut">
              <a:rPr kumimoji="1" lang="ja-JP" altLang="en-US" smtClean="0"/>
              <a:t>2026/10/9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B26639B-251E-3773-E62F-97308BD7B5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5AA111B4-E0B5-E9C6-81F6-EFFAFE2247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E62E21-B8DB-4DAC-8AD8-B865D18EB8D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3177139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9AD991C-526E-1218-DD0B-7D4010213A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682AC2D2-25F9-B806-70B5-84CC7FDB08A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B9C3CE10-40FE-F396-EFAF-509CDA4E21D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4400245D-03F0-CC59-8C87-3C255B4F324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C556C3C3-613B-DB4D-F0F5-1BECC43E92D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6BAAC62D-439F-D0B7-606E-3712B2E99D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7489E2-24D5-4E87-8DBE-89F167604D51}" type="datetimeFigureOut">
              <a:rPr kumimoji="1" lang="ja-JP" altLang="en-US" smtClean="0"/>
              <a:t>2026/10/9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D07F73C5-DF88-9FCC-82F3-79E084188C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8E2144F5-2F2E-78C6-B9DB-D1B962DAC6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E62E21-B8DB-4DAC-8AD8-B865D18EB8D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1872541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8088EEC-B9BC-4F14-99A6-543AE7CC7E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19C131DC-0226-BCA7-84AA-957515358C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7489E2-24D5-4E87-8DBE-89F167604D51}" type="datetimeFigureOut">
              <a:rPr kumimoji="1" lang="ja-JP" altLang="en-US" smtClean="0"/>
              <a:t>2026/10/9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5722F894-68FE-00F8-1FF4-804A468F20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A5F13D4E-CE67-A200-8D74-A2F7F9E9DF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E62E21-B8DB-4DAC-8AD8-B865D18EB8D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3056349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80790A5D-3906-8D54-B84D-808ED55654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7489E2-24D5-4E87-8DBE-89F167604D51}" type="datetimeFigureOut">
              <a:rPr kumimoji="1" lang="ja-JP" altLang="en-US" smtClean="0"/>
              <a:t>2026/10/9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0D330B8A-794A-DC72-9091-6E92EF97C4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154FD40B-298C-DCDE-345A-5D985AAA72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E62E21-B8DB-4DAC-8AD8-B865D18EB8D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069391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27C215C-8E86-1AF3-28EA-8807A5D37A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4780E786-C8D6-0FF5-188B-8C3E93811C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EDD0A1A2-C8A9-2A86-E2F9-786D9C1B39F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58DF41F-B7ED-42FB-4097-2170805AB3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7489E2-24D5-4E87-8DBE-89F167604D51}" type="datetimeFigureOut">
              <a:rPr kumimoji="1" lang="ja-JP" altLang="en-US" smtClean="0"/>
              <a:t>2026/10/9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B2D8DF9-50BE-1FFC-4B21-753E42ABD7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762665E-E7CE-D675-2B2C-20C5A55F7F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E62E21-B8DB-4DAC-8AD8-B865D18EB8D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1980868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C49566C-7B2F-3F9E-ECE3-ADDBB9A98C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B5F50E63-EC5D-A0DD-13C8-3C2FDDB3BA2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6CDC6983-EFBA-9B47-6FBA-09A728389BD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0FC77CF-5774-792F-0992-82EC5CACC9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7489E2-24D5-4E87-8DBE-89F167604D51}" type="datetimeFigureOut">
              <a:rPr kumimoji="1" lang="ja-JP" altLang="en-US" smtClean="0"/>
              <a:t>2026/10/9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E8C9E56D-9657-BA24-5013-C8B64B66E3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536EDB70-A35C-458F-8847-7191F216C8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E62E21-B8DB-4DAC-8AD8-B865D18EB8D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6022791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53C44D7-AC87-BCD9-B570-6D5216C25C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C55A7872-B53C-B938-BD9E-6202369A98D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B306A304-899D-E9EF-9702-566EBBD04D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7489E2-24D5-4E87-8DBE-89F167604D51}" type="datetimeFigureOut">
              <a:rPr kumimoji="1" lang="ja-JP" altLang="en-US" smtClean="0"/>
              <a:t>2026/10/9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B51D447-EF1C-8859-81A1-EDDE7191C1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40595D5-FC7F-3CB6-B929-82329B00F8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E62E21-B8DB-4DAC-8AD8-B865D18EB8D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5917608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CF8E1FBB-9B29-1079-4202-6015594B945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A15B2824-D525-04AB-F1A3-EFC3F1F892E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13806BB-FD3E-FDF5-E0BC-1C94E1715B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7489E2-24D5-4E87-8DBE-89F167604D51}" type="datetimeFigureOut">
              <a:rPr kumimoji="1" lang="ja-JP" altLang="en-US" smtClean="0"/>
              <a:t>2026/10/9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873E45EF-3F9D-6803-F97E-92CB7EDF51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94AB9CEB-7B8D-580F-376E-F934225DA3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E62E21-B8DB-4DAC-8AD8-B865D18EB8D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562814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4AF94633-CC5A-E89C-64E0-0F05333BB5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5141EAE7-2161-B037-E636-1ACFEBD3AB4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565386E-1AAE-E18F-4F00-7ECD7337D76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E7489E2-24D5-4E87-8DBE-89F167604D51}" type="datetimeFigureOut">
              <a:rPr kumimoji="1" lang="ja-JP" altLang="en-US" smtClean="0"/>
              <a:t>2026/10/9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7A3B2EE-DD6E-AE53-046B-B99851EFA9D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12C0D7D-AF18-9C5B-C5E9-1193F385A19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3E62E21-B8DB-4DAC-8AD8-B865D18EB8D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681786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F7F692E-A8C0-595C-8923-D19112221D1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46121" y="422105"/>
            <a:ext cx="10056413" cy="775856"/>
          </a:xfrm>
        </p:spPr>
        <p:txBody>
          <a:bodyPr>
            <a:normAutofit fontScale="90000"/>
          </a:bodyPr>
          <a:lstStyle/>
          <a:p>
            <a:r>
              <a:rPr kumimoji="1" lang="en-US" altLang="ja-JP" sz="5400" b="1" dirty="0"/>
              <a:t>Sewer Escape</a:t>
            </a:r>
            <a:r>
              <a:rPr kumimoji="1" lang="ja-JP" altLang="en-US" sz="5400" b="1" dirty="0"/>
              <a:t>（下水道からの脱出）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6EE4D1C5-638D-6B51-F78A-41401939303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45434" y="2179965"/>
            <a:ext cx="5028529" cy="646331"/>
          </a:xfrm>
        </p:spPr>
        <p:txBody>
          <a:bodyPr>
            <a:normAutofit/>
          </a:bodyPr>
          <a:lstStyle/>
          <a:p>
            <a:pPr algn="l"/>
            <a:r>
              <a:rPr lang="ja-JP" altLang="en-US" sz="3600" b="1" dirty="0"/>
              <a:t>プラットフォーム</a:t>
            </a:r>
            <a:r>
              <a:rPr lang="ja-JP" altLang="en-US" sz="3600" dirty="0"/>
              <a:t>：</a:t>
            </a:r>
            <a:r>
              <a:rPr lang="en-US" altLang="ja-JP" sz="3600" dirty="0"/>
              <a:t>PC</a:t>
            </a:r>
          </a:p>
          <a:p>
            <a:pPr algn="l"/>
            <a:endParaRPr lang="en-US" altLang="ja-JP" sz="3600" dirty="0"/>
          </a:p>
          <a:p>
            <a:pPr algn="l"/>
            <a:endParaRPr lang="ja-JP" altLang="en-US" sz="3600" dirty="0"/>
          </a:p>
          <a:p>
            <a:pPr algn="l"/>
            <a:endParaRPr lang="en-US" altLang="ja-JP" sz="3500" dirty="0"/>
          </a:p>
          <a:p>
            <a:pPr algn="l"/>
            <a:endParaRPr lang="en-US" altLang="ja-JP" sz="3500" dirty="0"/>
          </a:p>
        </p:txBody>
      </p:sp>
      <p:pic>
        <p:nvPicPr>
          <p:cNvPr id="4" name="図 3" descr="Dark Deception">
            <a:extLst>
              <a:ext uri="{FF2B5EF4-FFF2-40B4-BE49-F238E27FC236}">
                <a16:creationId xmlns:a16="http://schemas.microsoft.com/office/drawing/2014/main" id="{477BFCAC-6219-E91F-8EC4-2EE7ED2D11B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57576" y="2419927"/>
            <a:ext cx="6549495" cy="3684092"/>
          </a:xfrm>
          <a:prstGeom prst="rect">
            <a:avLst/>
          </a:prstGeom>
        </p:spPr>
      </p:pic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8D4327FF-5B84-EF43-33A6-D212C351FA73}"/>
              </a:ext>
            </a:extLst>
          </p:cNvPr>
          <p:cNvSpPr txBox="1"/>
          <p:nvPr/>
        </p:nvSpPr>
        <p:spPr>
          <a:xfrm>
            <a:off x="245434" y="1245919"/>
            <a:ext cx="915718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3600" b="1" dirty="0"/>
              <a:t>ジャンル</a:t>
            </a:r>
            <a:r>
              <a:rPr lang="ja-JP" altLang="en-US" sz="3600" dirty="0"/>
              <a:t>：</a:t>
            </a:r>
            <a:r>
              <a:rPr lang="en-US" altLang="ja-JP" sz="3600" dirty="0"/>
              <a:t>3D</a:t>
            </a:r>
            <a:r>
              <a:rPr lang="ja-JP" altLang="en-US" sz="3600" dirty="0"/>
              <a:t>ホラー</a:t>
            </a:r>
            <a:r>
              <a:rPr lang="en-US" altLang="ja-JP" sz="3600" dirty="0"/>
              <a:t>		</a:t>
            </a:r>
            <a:r>
              <a:rPr lang="ja-JP" altLang="en-US" sz="3600" b="1" dirty="0"/>
              <a:t>プレイ人数 </a:t>
            </a:r>
            <a:r>
              <a:rPr lang="en-US" altLang="ja-JP" sz="3600" dirty="0"/>
              <a:t>:</a:t>
            </a:r>
            <a:r>
              <a:rPr lang="en-US" altLang="ja-JP" sz="3600" b="1" dirty="0"/>
              <a:t> </a:t>
            </a:r>
            <a:r>
              <a:rPr lang="en-US" altLang="ja-JP" sz="3600" dirty="0"/>
              <a:t>1</a:t>
            </a:r>
            <a:r>
              <a:rPr lang="ja-JP" altLang="en-US" sz="3600" dirty="0"/>
              <a:t>人</a:t>
            </a:r>
            <a:r>
              <a:rPr lang="en-US" altLang="ja-JP" sz="3600" b="1" dirty="0"/>
              <a:t> 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E959ADCA-7256-EBC5-2C2A-941B7F084930}"/>
              </a:ext>
            </a:extLst>
          </p:cNvPr>
          <p:cNvSpPr txBox="1"/>
          <p:nvPr/>
        </p:nvSpPr>
        <p:spPr>
          <a:xfrm>
            <a:off x="7260452" y="6216589"/>
            <a:ext cx="395316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3200" dirty="0" err="1"/>
              <a:t>DarkDeception</a:t>
            </a:r>
            <a:r>
              <a:rPr kumimoji="1" lang="ja-JP" altLang="en-US" sz="3200" dirty="0"/>
              <a:t>参考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55356D1A-B60D-EC41-FEDB-1CB986CAC163}"/>
              </a:ext>
            </a:extLst>
          </p:cNvPr>
          <p:cNvSpPr txBox="1"/>
          <p:nvPr/>
        </p:nvSpPr>
        <p:spPr>
          <a:xfrm>
            <a:off x="1289466" y="90334"/>
            <a:ext cx="42672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800" dirty="0"/>
              <a:t>スワー     エスケープ</a:t>
            </a:r>
          </a:p>
        </p:txBody>
      </p:sp>
      <p:sp>
        <p:nvSpPr>
          <p:cNvPr id="11" name="字幕 2">
            <a:extLst>
              <a:ext uri="{FF2B5EF4-FFF2-40B4-BE49-F238E27FC236}">
                <a16:creationId xmlns:a16="http://schemas.microsoft.com/office/drawing/2014/main" id="{058D9BFA-3589-4643-A037-63C9D08997AC}"/>
              </a:ext>
            </a:extLst>
          </p:cNvPr>
          <p:cNvSpPr txBox="1">
            <a:spLocks/>
          </p:cNvSpPr>
          <p:nvPr/>
        </p:nvSpPr>
        <p:spPr>
          <a:xfrm>
            <a:off x="245434" y="4945384"/>
            <a:ext cx="3953164" cy="185598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ja-JP" altLang="en-US" sz="2800" b="1" dirty="0"/>
              <a:t>チーム名</a:t>
            </a:r>
            <a:r>
              <a:rPr lang="ja-JP" altLang="en-US" sz="2800" dirty="0"/>
              <a:t>：メガネ</a:t>
            </a:r>
            <a:endParaRPr lang="en-US" altLang="ja-JP" sz="2800" dirty="0"/>
          </a:p>
          <a:p>
            <a:pPr algn="l"/>
            <a:r>
              <a:rPr lang="ja-JP" altLang="en-US" b="1" dirty="0"/>
              <a:t>メンバー</a:t>
            </a:r>
            <a:endParaRPr lang="en-US" altLang="ja-JP" sz="3200" b="1" dirty="0"/>
          </a:p>
          <a:p>
            <a:pPr algn="l"/>
            <a:r>
              <a:rPr lang="ja-JP" altLang="en-US" sz="2000" dirty="0"/>
              <a:t>船迫　由雅</a:t>
            </a:r>
            <a:r>
              <a:rPr lang="en-US" altLang="ja-JP" sz="2000" dirty="0"/>
              <a:t>	</a:t>
            </a:r>
            <a:r>
              <a:rPr lang="ja-JP" altLang="en-US" sz="2000" dirty="0"/>
              <a:t>武部　伝</a:t>
            </a:r>
            <a:endParaRPr lang="en-US" altLang="ja-JP" sz="2000" dirty="0"/>
          </a:p>
          <a:p>
            <a:pPr algn="l"/>
            <a:r>
              <a:rPr lang="ja-JP" altLang="en-US" sz="2000" dirty="0"/>
              <a:t>寺尾　彪翔</a:t>
            </a:r>
            <a:r>
              <a:rPr lang="en-US" altLang="ja-JP" sz="2000" dirty="0"/>
              <a:t>	</a:t>
            </a:r>
            <a:r>
              <a:rPr lang="ja-JP" altLang="en-US" sz="2000" dirty="0"/>
              <a:t>野田　蒼磨</a:t>
            </a:r>
            <a:endParaRPr lang="en-US" altLang="ja-JP" sz="2000" dirty="0"/>
          </a:p>
          <a:p>
            <a:pPr algn="l"/>
            <a:endParaRPr lang="ja-JP" altLang="en-US" sz="3600" dirty="0"/>
          </a:p>
          <a:p>
            <a:pPr algn="l"/>
            <a:endParaRPr lang="en-US" altLang="ja-JP" sz="3500" dirty="0"/>
          </a:p>
          <a:p>
            <a:pPr algn="l"/>
            <a:endParaRPr lang="en-US" altLang="ja-JP" sz="3500" dirty="0"/>
          </a:p>
        </p:txBody>
      </p:sp>
      <p:sp>
        <p:nvSpPr>
          <p:cNvPr id="10" name="字幕 2">
            <a:extLst>
              <a:ext uri="{FF2B5EF4-FFF2-40B4-BE49-F238E27FC236}">
                <a16:creationId xmlns:a16="http://schemas.microsoft.com/office/drawing/2014/main" id="{2FFC13F5-055E-B35E-B1BB-56C3AF3AE2A9}"/>
              </a:ext>
            </a:extLst>
          </p:cNvPr>
          <p:cNvSpPr txBox="1">
            <a:spLocks/>
          </p:cNvSpPr>
          <p:nvPr/>
        </p:nvSpPr>
        <p:spPr>
          <a:xfrm>
            <a:off x="245434" y="3239509"/>
            <a:ext cx="5028529" cy="64633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ja-JP" altLang="en-US" sz="3600" b="1" dirty="0"/>
              <a:t>使用エンジン：</a:t>
            </a:r>
            <a:r>
              <a:rPr lang="en-US" altLang="ja-JP" sz="3600" dirty="0"/>
              <a:t>Unity</a:t>
            </a:r>
          </a:p>
        </p:txBody>
      </p:sp>
    </p:spTree>
    <p:extLst>
      <p:ext uri="{BB962C8B-B14F-4D97-AF65-F5344CB8AC3E}">
        <p14:creationId xmlns:p14="http://schemas.microsoft.com/office/powerpoint/2010/main" val="19207412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D387F0FE-0469-E134-B88A-3CF989EA03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37672" y="2515734"/>
            <a:ext cx="10067637" cy="1400484"/>
          </a:xfrm>
        </p:spPr>
        <p:txBody>
          <a:bodyPr>
            <a:normAutofit/>
          </a:bodyPr>
          <a:lstStyle/>
          <a:p>
            <a:pPr marL="0" indent="0" algn="ctr">
              <a:lnSpc>
                <a:spcPct val="110000"/>
              </a:lnSpc>
              <a:buNone/>
            </a:pPr>
            <a:r>
              <a:rPr lang="ja-JP" altLang="en-US" sz="7200" b="1" dirty="0"/>
              <a:t>コンセプト</a:t>
            </a:r>
            <a:r>
              <a:rPr lang="en-US" altLang="ja-JP" sz="7200" dirty="0"/>
              <a:t>:</a:t>
            </a:r>
            <a:r>
              <a:rPr lang="ja-JP" altLang="en-US" sz="7200" dirty="0"/>
              <a:t>「</a:t>
            </a:r>
            <a:r>
              <a:rPr lang="ja-JP" altLang="en-US" sz="7200" b="1" dirty="0">
                <a:solidFill>
                  <a:srgbClr val="FF0000"/>
                </a:solidFill>
              </a:rPr>
              <a:t>逃げる</a:t>
            </a:r>
            <a:r>
              <a:rPr lang="ja-JP" altLang="en-US" sz="7200" dirty="0"/>
              <a:t>」</a:t>
            </a:r>
            <a:endParaRPr lang="en-US" altLang="ja-JP" sz="5400" dirty="0"/>
          </a:p>
          <a:p>
            <a:pPr algn="ctr">
              <a:lnSpc>
                <a:spcPct val="110000"/>
              </a:lnSpc>
            </a:pPr>
            <a:endParaRPr lang="en-US" altLang="ja-JP" sz="1600" b="1" dirty="0"/>
          </a:p>
        </p:txBody>
      </p:sp>
    </p:spTree>
    <p:extLst>
      <p:ext uri="{BB962C8B-B14F-4D97-AF65-F5344CB8AC3E}">
        <p14:creationId xmlns:p14="http://schemas.microsoft.com/office/powerpoint/2010/main" val="187863817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7EBBA3DB-0A0B-2F51-C722-A994A95B4E1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21325" y="560244"/>
            <a:ext cx="10947402" cy="2349211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ja-JP" altLang="en-US" sz="5600" b="1" dirty="0"/>
              <a:t>ターゲット</a:t>
            </a:r>
            <a:r>
              <a:rPr lang="en-US" altLang="ja-JP" sz="5600" dirty="0"/>
              <a:t>: </a:t>
            </a:r>
            <a:r>
              <a:rPr lang="en-US" altLang="ja-JP" sz="5600" dirty="0" err="1"/>
              <a:t>DarkDeception</a:t>
            </a:r>
            <a:r>
              <a:rPr lang="ja-JP" altLang="en-US" sz="5600" dirty="0"/>
              <a:t>を</a:t>
            </a:r>
            <a:endParaRPr lang="en-US" altLang="ja-JP" sz="5600" dirty="0"/>
          </a:p>
          <a:p>
            <a:pPr marL="0" indent="0">
              <a:buNone/>
            </a:pPr>
            <a:r>
              <a:rPr lang="en-US" altLang="ja-JP" sz="5600" dirty="0"/>
              <a:t>	   </a:t>
            </a:r>
            <a:r>
              <a:rPr lang="ja-JP" altLang="en-US" sz="5600" dirty="0"/>
              <a:t>プレイしたことがある人</a:t>
            </a:r>
            <a:endParaRPr lang="en-US" altLang="ja-JP" sz="5600" dirty="0"/>
          </a:p>
          <a:p>
            <a:pPr marL="0" indent="0">
              <a:buNone/>
            </a:pPr>
            <a:r>
              <a:rPr lang="en-US" altLang="ja-JP" sz="3800" dirty="0"/>
              <a:t>(</a:t>
            </a:r>
            <a:r>
              <a:rPr lang="ja-JP" altLang="en-US" sz="3800" dirty="0"/>
              <a:t>販売本数を</a:t>
            </a:r>
            <a:r>
              <a:rPr lang="en-US" altLang="ja-JP" sz="3800" dirty="0"/>
              <a:t>AI</a:t>
            </a:r>
            <a:r>
              <a:rPr lang="ja-JP" altLang="en-US" sz="3800" dirty="0"/>
              <a:t>で概算した結果、推定</a:t>
            </a:r>
            <a:r>
              <a:rPr lang="en-US" altLang="ja-JP" sz="3800" dirty="0"/>
              <a:t>80</a:t>
            </a:r>
            <a:r>
              <a:rPr lang="ja-JP" altLang="en-US" sz="3800" dirty="0"/>
              <a:t>万人と判明。</a:t>
            </a:r>
            <a:endParaRPr lang="en-US" altLang="ja-JP" sz="3800" dirty="0"/>
          </a:p>
          <a:p>
            <a:pPr marL="0" indent="0">
              <a:buNone/>
            </a:pPr>
            <a:r>
              <a:rPr lang="ja-JP" altLang="en-US" sz="3800" dirty="0"/>
              <a:t>そのためその半分未満とし約</a:t>
            </a:r>
            <a:r>
              <a:rPr lang="en-US" altLang="ja-JP" sz="3800" dirty="0"/>
              <a:t>30</a:t>
            </a:r>
            <a:r>
              <a:rPr lang="ja-JP" altLang="en-US" sz="3800" dirty="0"/>
              <a:t>万人をターゲットとする</a:t>
            </a:r>
            <a:r>
              <a:rPr lang="en-US" altLang="ja-JP" sz="3800" dirty="0"/>
              <a:t>)</a:t>
            </a:r>
          </a:p>
          <a:p>
            <a:pPr lvl="3"/>
            <a:endParaRPr kumimoji="1" lang="ja-JP" altLang="en-US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8C4E084F-5B25-6674-FECF-277F077359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08670" y="2909455"/>
            <a:ext cx="6174659" cy="31646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85694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4889A58-1010-D491-4103-B01FDACBA8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9269" y="1229303"/>
            <a:ext cx="6548004" cy="4638560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ja-JP" altLang="en-US" dirty="0">
                <a:ea typeface="游ゴシック"/>
              </a:rPr>
              <a:t>パッドかキーボード</a:t>
            </a:r>
            <a:r>
              <a:rPr lang="en-US" altLang="ja-JP" dirty="0">
                <a:ea typeface="游ゴシック"/>
              </a:rPr>
              <a:t>&amp;</a:t>
            </a:r>
            <a:r>
              <a:rPr lang="ja-JP" altLang="en-US" dirty="0">
                <a:ea typeface="游ゴシック"/>
              </a:rPr>
              <a:t>マウスで操作</a:t>
            </a:r>
            <a:endParaRPr lang="en-US" altLang="ja-JP" dirty="0">
              <a:ea typeface="游ゴシック"/>
            </a:endParaRPr>
          </a:p>
          <a:p>
            <a:r>
              <a:rPr lang="ja-JP" altLang="en-US" dirty="0">
                <a:ea typeface="游ゴシック"/>
              </a:rPr>
              <a:t>ゲームスタートしたらロビー</a:t>
            </a:r>
            <a:r>
              <a:rPr lang="en-US" altLang="ja-JP" dirty="0">
                <a:ea typeface="游ゴシック"/>
              </a:rPr>
              <a:t>(</a:t>
            </a:r>
            <a:r>
              <a:rPr lang="ja-JP" altLang="en-US" dirty="0">
                <a:ea typeface="游ゴシック"/>
              </a:rPr>
              <a:t>初期地点</a:t>
            </a:r>
            <a:r>
              <a:rPr lang="en-US" altLang="ja-JP" dirty="0">
                <a:ea typeface="游ゴシック"/>
              </a:rPr>
              <a:t>)</a:t>
            </a:r>
            <a:r>
              <a:rPr lang="ja-JP" altLang="en-US" dirty="0">
                <a:ea typeface="游ゴシック"/>
              </a:rPr>
              <a:t>からスポーンする</a:t>
            </a:r>
            <a:endParaRPr lang="en-US" altLang="ja-JP" dirty="0">
              <a:ea typeface="游ゴシック"/>
            </a:endParaRPr>
          </a:p>
          <a:p>
            <a:pPr algn="just"/>
            <a:r>
              <a:rPr lang="ja-JP" altLang="en-US" dirty="0"/>
              <a:t>鍵のかけらを集めて脱出する</a:t>
            </a:r>
            <a:r>
              <a:rPr lang="en-US" altLang="ja-JP" dirty="0"/>
              <a:t>(</a:t>
            </a:r>
            <a:r>
              <a:rPr lang="ja-JP" altLang="en-US" dirty="0"/>
              <a:t>かけらを全部集めるとロビーが脱出口になって脱出可能になる</a:t>
            </a:r>
            <a:r>
              <a:rPr lang="en-US" altLang="ja-JP" dirty="0"/>
              <a:t>)</a:t>
            </a:r>
          </a:p>
          <a:p>
            <a:r>
              <a:rPr lang="ja-JP" altLang="en-US" dirty="0">
                <a:ea typeface="游ゴシック"/>
              </a:rPr>
              <a:t>かけら数と残機数は常に画面内に表示</a:t>
            </a:r>
            <a:endParaRPr lang="en-US" altLang="ja-JP" dirty="0">
              <a:ea typeface="游ゴシック" panose="020B0400000000000000" pitchFamily="34" charset="-128"/>
            </a:endParaRPr>
          </a:p>
          <a:p>
            <a:r>
              <a:rPr lang="ja-JP" altLang="en-US" dirty="0">
                <a:ea typeface="游ゴシック"/>
              </a:rPr>
              <a:t>2回復活可能で残機が</a:t>
            </a:r>
            <a:r>
              <a:rPr lang="en-US" altLang="ja-JP" dirty="0">
                <a:ea typeface="游ゴシック"/>
              </a:rPr>
              <a:t>0</a:t>
            </a:r>
            <a:r>
              <a:rPr lang="ja-JP" altLang="en-US" dirty="0">
                <a:ea typeface="游ゴシック"/>
              </a:rPr>
              <a:t>になるとゲームオーバー(残機最大３)</a:t>
            </a:r>
            <a:endParaRPr lang="en-US" altLang="ja-JP" dirty="0">
              <a:ea typeface="游ゴシック"/>
            </a:endParaRPr>
          </a:p>
          <a:p>
            <a:r>
              <a:rPr lang="ja-JP" altLang="en-US" dirty="0">
                <a:ea typeface="游ゴシック"/>
              </a:rPr>
              <a:t>ステージは1ステージのみ</a:t>
            </a:r>
          </a:p>
          <a:p>
            <a:endParaRPr lang="ja-JP" altLang="en-US" dirty="0">
              <a:ea typeface="游ゴシック"/>
            </a:endParaRPr>
          </a:p>
        </p:txBody>
      </p:sp>
      <p:pic>
        <p:nvPicPr>
          <p:cNvPr id="2" name="図 1" descr="Dark deception chapter 1 - YouTube">
            <a:extLst>
              <a:ext uri="{FF2B5EF4-FFF2-40B4-BE49-F238E27FC236}">
                <a16:creationId xmlns:a16="http://schemas.microsoft.com/office/drawing/2014/main" id="{BA6BFF1A-CFCB-2ACD-8CEE-D2B0133BF84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71463" y="393988"/>
            <a:ext cx="4855762" cy="2731366"/>
          </a:xfrm>
          <a:prstGeom prst="rect">
            <a:avLst/>
          </a:prstGeom>
        </p:spPr>
      </p:pic>
      <p:sp>
        <p:nvSpPr>
          <p:cNvPr id="4" name="コンテンツ プレースホルダー 2">
            <a:extLst>
              <a:ext uri="{FF2B5EF4-FFF2-40B4-BE49-F238E27FC236}">
                <a16:creationId xmlns:a16="http://schemas.microsoft.com/office/drawing/2014/main" id="{6A04CECC-F658-A3F1-6B48-EC0D114FD097}"/>
              </a:ext>
            </a:extLst>
          </p:cNvPr>
          <p:cNvSpPr txBox="1">
            <a:spLocks/>
          </p:cNvSpPr>
          <p:nvPr/>
        </p:nvSpPr>
        <p:spPr>
          <a:xfrm>
            <a:off x="297424" y="310283"/>
            <a:ext cx="3831230" cy="641061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ja-JP" altLang="en-US" sz="4400" b="1" dirty="0"/>
              <a:t>ゲーム概要</a:t>
            </a:r>
          </a:p>
        </p:txBody>
      </p:sp>
      <p:pic>
        <p:nvPicPr>
          <p:cNvPr id="6" name="図 5" descr="Dark Deception chapter 1 full playthrough no commentary died one time ...">
            <a:extLst>
              <a:ext uri="{FF2B5EF4-FFF2-40B4-BE49-F238E27FC236}">
                <a16:creationId xmlns:a16="http://schemas.microsoft.com/office/drawing/2014/main" id="{24CFF4E3-9353-78DE-CD15-B15B095D38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71463" y="3642592"/>
            <a:ext cx="5015857" cy="28214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540379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4AD0BFBE-994F-C319-8EDB-682EF411067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1600" y="858981"/>
            <a:ext cx="6251575" cy="4941455"/>
          </a:xfrm>
        </p:spPr>
        <p:txBody>
          <a:bodyPr anchor="ctr">
            <a:normAutofit/>
          </a:bodyPr>
          <a:lstStyle/>
          <a:p>
            <a:r>
              <a:rPr lang="ja-JP" altLang="en-US" dirty="0"/>
              <a:t>後半になるにつれて難易度が上がる</a:t>
            </a:r>
            <a:endParaRPr lang="en-US" altLang="ja-JP" dirty="0"/>
          </a:p>
          <a:p>
            <a:pPr marL="0" indent="0">
              <a:buNone/>
            </a:pPr>
            <a:r>
              <a:rPr lang="ja-JP" altLang="en-US" dirty="0"/>
              <a:t>→かけら取得数に応じて敵の数が増</a:t>
            </a:r>
            <a:r>
              <a:rPr lang="en-US" altLang="ja-JP" dirty="0"/>
              <a:t>    </a:t>
            </a:r>
            <a:r>
              <a:rPr lang="ja-JP" altLang="en-US" dirty="0"/>
              <a:t>　　　　　　　　　　　　　　　　　　　　　　　　　　　　　える（最大</a:t>
            </a:r>
            <a:r>
              <a:rPr lang="en-US" altLang="ja-JP" dirty="0"/>
              <a:t>4</a:t>
            </a:r>
            <a:r>
              <a:rPr lang="ja-JP" altLang="en-US" dirty="0"/>
              <a:t>体）</a:t>
            </a:r>
            <a:endParaRPr lang="en-US" altLang="ja-JP" dirty="0"/>
          </a:p>
          <a:p>
            <a:r>
              <a:rPr lang="ja-JP" altLang="en-US" dirty="0"/>
              <a:t>敵はマップ内を徘徊してプレイヤーに近づいたときにプレイヤーを追従する</a:t>
            </a:r>
            <a:endParaRPr lang="en-US" altLang="ja-JP" dirty="0"/>
          </a:p>
          <a:p>
            <a:r>
              <a:rPr lang="ja-JP" altLang="en-US" dirty="0"/>
              <a:t>追従は索敵範囲外に出たら徘徊状態に戻る</a:t>
            </a:r>
            <a:endParaRPr lang="en-US" altLang="ja-JP" dirty="0"/>
          </a:p>
          <a:p>
            <a:r>
              <a:rPr lang="ja-JP" altLang="en-US" dirty="0"/>
              <a:t>敵につかまるとリスポーン地点に戻されて残機が減りかけら数が引き継がれる</a:t>
            </a:r>
            <a:endParaRPr kumimoji="1" lang="ja-JP" altLang="en-US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D808FB04-C93B-41C3-D76C-E48B3968F30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53175" y="1614775"/>
            <a:ext cx="5838825" cy="3281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928339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13f615a4-e0af-482f-88d9-ff00ebe3dfe3" xsi:nil="true"/>
    <lcf76f155ced4ddcb4097134ff3c332f xmlns="a1b59e43-737b-4836-9005-c337a78d8d8d">
      <Terms xmlns="http://schemas.microsoft.com/office/infopath/2007/PartnerControls"/>
    </lcf76f155ced4ddcb4097134ff3c332f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ドキュメント" ma:contentTypeID="0x01010088DD2ABCBA046B4FB6B4979C53FCD54A" ma:contentTypeVersion="10" ma:contentTypeDescription="新しいドキュメントを作成します。" ma:contentTypeScope="" ma:versionID="55e278bfb0d024e9478a3b5ddc2de6a8">
  <xsd:schema xmlns:xsd="http://www.w3.org/2001/XMLSchema" xmlns:xs="http://www.w3.org/2001/XMLSchema" xmlns:p="http://schemas.microsoft.com/office/2006/metadata/properties" xmlns:ns2="a1b59e43-737b-4836-9005-c337a78d8d8d" xmlns:ns3="13f615a4-e0af-482f-88d9-ff00ebe3dfe3" targetNamespace="http://schemas.microsoft.com/office/2006/metadata/properties" ma:root="true" ma:fieldsID="146078834fa44e5df85462deb825ca0e" ns2:_="" ns3:_="">
    <xsd:import namespace="a1b59e43-737b-4836-9005-c337a78d8d8d"/>
    <xsd:import namespace="13f615a4-e0af-482f-88d9-ff00ebe3dfe3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lcf76f155ced4ddcb4097134ff3c332f" minOccurs="0"/>
                <xsd:element ref="ns3:TaxCatchAll" minOccurs="0"/>
                <xsd:element ref="ns2:MediaServiceGenerationTime" minOccurs="0"/>
                <xsd:element ref="ns2:MediaServiceEventHashCode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1b59e43-737b-4836-9005-c337a78d8d8d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lcf76f155ced4ddcb4097134ff3c332f" ma:index="13" nillable="true" ma:taxonomy="true" ma:internalName="lcf76f155ced4ddcb4097134ff3c332f" ma:taxonomyFieldName="MediaServiceImageTags" ma:displayName="画像タグ" ma:readOnly="false" ma:fieldId="{5cf76f15-5ced-4ddc-b409-7134ff3c332f}" ma:taxonomyMulti="true" ma:sspId="c7b788f1-635f-435b-a825-11a9aec0b64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7" nillable="true" ma:displayName="MediaLengthInSeconds" ma:hidden="true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3f615a4-e0af-482f-88d9-ff00ebe3dfe3" elementFormDefault="qualified">
    <xsd:import namespace="http://schemas.microsoft.com/office/2006/documentManagement/types"/>
    <xsd:import namespace="http://schemas.microsoft.com/office/infopath/2007/PartnerControls"/>
    <xsd:element name="TaxCatchAll" ma:index="14" nillable="true" ma:displayName="Taxonomy Catch All Column" ma:hidden="true" ma:list="{e1f9c6f8-68dd-4210-82b3-990de1acf2ea}" ma:internalName="TaxCatchAll" ma:showField="CatchAllData" ma:web="13f615a4-e0af-482f-88d9-ff00ebe3dfe3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コンテンツ タイプ"/>
        <xsd:element ref="dc:title" minOccurs="0" maxOccurs="1" ma:index="4" ma:displayName="タイトル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DEF9ACF0-AC8E-4853-9F8C-4123679968C8}">
  <ds:schemaRefs>
    <ds:schemaRef ds:uri="http://schemas.microsoft.com/office/2006/metadata/properties"/>
    <ds:schemaRef ds:uri="http://schemas.microsoft.com/office/infopath/2007/PartnerControls"/>
    <ds:schemaRef ds:uri="13f615a4-e0af-482f-88d9-ff00ebe3dfe3"/>
    <ds:schemaRef ds:uri="a1b59e43-737b-4836-9005-c337a78d8d8d"/>
  </ds:schemaRefs>
</ds:datastoreItem>
</file>

<file path=customXml/itemProps2.xml><?xml version="1.0" encoding="utf-8"?>
<ds:datastoreItem xmlns:ds="http://schemas.openxmlformats.org/officeDocument/2006/customXml" ds:itemID="{E6D8819D-FE3B-44A4-B552-24E993EFD97D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39DC315E-027D-4F13-99A1-5CB1CA515648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a1b59e43-737b-4836-9005-c337a78d8d8d"/>
    <ds:schemaRef ds:uri="13f615a4-e0af-482f-88d9-ff00ebe3dfe3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90</TotalTime>
  <Words>237</Words>
  <Application>Microsoft Office PowerPoint</Application>
  <PresentationFormat>ワイド画面</PresentationFormat>
  <Paragraphs>30</Paragraphs>
  <Slides>5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5</vt:i4>
      </vt:variant>
    </vt:vector>
  </HeadingPairs>
  <TitlesOfParts>
    <vt:vector size="9" baseType="lpstr">
      <vt:lpstr>游ゴシック</vt:lpstr>
      <vt:lpstr>游ゴシック Light</vt:lpstr>
      <vt:lpstr>Arial</vt:lpstr>
      <vt:lpstr>Office テーマ</vt:lpstr>
      <vt:lpstr>Sewer Escape（下水道からの脱出）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寺尾　彪翔</dc:creator>
  <cp:lastModifiedBy>寺尾　彪翔</cp:lastModifiedBy>
  <cp:revision>29</cp:revision>
  <dcterms:created xsi:type="dcterms:W3CDTF">2026-09-10T08:19:12Z</dcterms:created>
  <dcterms:modified xsi:type="dcterms:W3CDTF">2026-10-08T21:21:22Z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0x01010088DD2ABCBA046B4FB6B4979C53FCD54A</vt:lpwstr>
  </property>
  <property fmtid="{D5CDD505-2E9C-101B-9397-08002B2CF9AE}" pid="3" name="MediaServiceImageTags">
    <vt:lpwstr/>
  </property>
</Properties>
</file>