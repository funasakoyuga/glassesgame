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E70C56-6A5E-426A-AD6A-0A64B046B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F7862C9-D0EA-5132-8FC6-1DDC336AA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AD88B3-5033-43C1-AE66-554E9A055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89E2-24D5-4E87-8DBE-89F167604D5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D3AEA-5D5D-E430-CE7D-9FA9F8254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3522BC-E107-25AF-9A38-09C48B1FA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62E21-B8DB-4DAC-8AD8-B865D18EB8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183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8EB67A-CBA4-0B2C-8372-3AB1E245F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94FFC8-0567-3890-5D3D-2E194AF33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03D544-441B-58DD-602F-EF999DFEB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89E2-24D5-4E87-8DBE-89F167604D5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BF8DE8-5C33-2F87-DF13-4DF111754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6BA087-0107-1E79-52DF-9E21AE3A1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62E21-B8DB-4DAC-8AD8-B865D18EB8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2253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D03BB6-6B22-089C-9B33-6F75B31E0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D2B933-0655-A84E-BACF-74592E5DC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399D79-11F4-A8AE-09FD-478240A58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89E2-24D5-4E87-8DBE-89F167604D5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E163A4-0BBE-112B-A8D9-2D922861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0D4136-C667-06FB-264A-0F8752272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62E21-B8DB-4DAC-8AD8-B865D18EB8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8839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58AD03-D865-4EED-788C-29F8FAACC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40EF6F-69F2-5D84-A7C2-5290A192D7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DF7FEE-8EDB-F6B0-34CF-22583E5B7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E3CC45-5D17-06A8-8358-33270B4ED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89E2-24D5-4E87-8DBE-89F167604D5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26639B-251E-3773-E62F-97308BD7B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A111B4-E0B5-E9C6-81F6-EFFAFE224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62E21-B8DB-4DAC-8AD8-B865D18EB8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1771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D991C-526E-1218-DD0B-7D401021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2AC2D2-25F9-B806-70B5-84CC7FDB0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C3CE10-40FE-F396-EFAF-509CDA4E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400245D-03F0-CC59-8C87-3C255B4F32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556C3C3-613B-DB4D-F0F5-1BECC43E92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BAAC62D-439F-D0B7-606E-3712B2E9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89E2-24D5-4E87-8DBE-89F167604D5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07F73C5-DF88-9FCC-82F3-79E084188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E2144F5-2F2E-78C6-B9DB-D1B962DAC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62E21-B8DB-4DAC-8AD8-B865D18EB8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8725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088EEC-B9BC-4F14-99A6-543AE7CC7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9C131DC-0226-BCA7-84AA-957515358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89E2-24D5-4E87-8DBE-89F167604D5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722F894-68FE-00F8-1FF4-804A468F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F13D4E-CE67-A200-8D74-A2F7F9E9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62E21-B8DB-4DAC-8AD8-B865D18EB8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56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0790A5D-3906-8D54-B84D-808ED556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89E2-24D5-4E87-8DBE-89F167604D5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D330B8A-794A-DC72-9091-6E92EF97C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4FD40B-298C-DCDE-345A-5D985AAA7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62E21-B8DB-4DAC-8AD8-B865D18EB8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693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7C215C-8E86-1AF3-28EA-8807A5D37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80E786-C8D6-0FF5-188B-8C3E93811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D0A1A2-C8A9-2A86-E2F9-786D9C1B3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58DF41F-B7ED-42FB-4097-2170805AB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89E2-24D5-4E87-8DBE-89F167604D5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2D8DF9-50BE-1FFC-4B21-753E42ABD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762665E-E7CE-D675-2B2C-20C5A55F7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62E21-B8DB-4DAC-8AD8-B865D18EB8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9808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49566C-7B2F-3F9E-ECE3-ADDBB9A98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5F50E63-EC5D-A0DD-13C8-3C2FDDB3B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DC6983-EFBA-9B47-6FBA-09A728389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FC77CF-5774-792F-0992-82EC5CACC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89E2-24D5-4E87-8DBE-89F167604D5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C9E56D-9657-BA24-5013-C8B64B66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6EDB70-A35C-458F-8847-7191F216C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62E21-B8DB-4DAC-8AD8-B865D18EB8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0227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3C44D7-AC87-BCD9-B570-6D5216C25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5A7872-B53C-B938-BD9E-6202369A9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06A304-899D-E9EF-9702-566EBBD04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89E2-24D5-4E87-8DBE-89F167604D5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51D447-EF1C-8859-81A1-EDDE7191C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0595D5-FC7F-3CB6-B929-82329B00F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62E21-B8DB-4DAC-8AD8-B865D18EB8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17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F8E1FBB-9B29-1079-4202-6015594B9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5B2824-D525-04AB-F1A3-EFC3F1F89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3806BB-FD3E-FDF5-E0BC-1C94E1715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89E2-24D5-4E87-8DBE-89F167604D5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3E45EF-3F9D-6803-F97E-92CB7EDF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AB9CEB-7B8D-580F-376E-F934225DA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62E21-B8DB-4DAC-8AD8-B865D18EB8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28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F94633-CC5A-E89C-64E0-0F05333B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41EAE7-2161-B037-E636-1ACFEBD3A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65386E-1AAE-E18F-4F00-7ECD7337D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489E2-24D5-4E87-8DBE-89F167604D5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A3B2EE-DD6E-AE53-046B-B99851EFA9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2C0D7D-AF18-9C5B-C5E9-1193F385A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E62E21-B8DB-4DAC-8AD8-B865D18EB8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8178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7F692E-A8C0-595C-8923-D19112221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6121" y="422105"/>
            <a:ext cx="10056413" cy="775856"/>
          </a:xfrm>
        </p:spPr>
        <p:txBody>
          <a:bodyPr>
            <a:normAutofit fontScale="90000"/>
          </a:bodyPr>
          <a:lstStyle/>
          <a:p>
            <a:r>
              <a:rPr kumimoji="1" lang="en-US" altLang="ja-JP" sz="5400" b="1" dirty="0"/>
              <a:t>Sewer Escape</a:t>
            </a:r>
            <a:r>
              <a:rPr kumimoji="1" lang="ja-JP" altLang="en-US" sz="5400" b="1" dirty="0"/>
              <a:t>（下水道からの脱出）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EE4D1C5-638D-6B51-F78A-414019393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434" y="2179965"/>
            <a:ext cx="5028529" cy="646331"/>
          </a:xfrm>
        </p:spPr>
        <p:txBody>
          <a:bodyPr>
            <a:normAutofit/>
          </a:bodyPr>
          <a:lstStyle/>
          <a:p>
            <a:pPr algn="l"/>
            <a:r>
              <a:rPr lang="ja-JP" altLang="en-US" sz="3600" b="1" dirty="0"/>
              <a:t>プラットフォーム</a:t>
            </a:r>
            <a:r>
              <a:rPr lang="ja-JP" altLang="en-US" sz="3600" dirty="0"/>
              <a:t>：</a:t>
            </a:r>
            <a:r>
              <a:rPr lang="en-US" altLang="ja-JP" sz="3600" dirty="0"/>
              <a:t>PC</a:t>
            </a:r>
          </a:p>
          <a:p>
            <a:pPr algn="l"/>
            <a:endParaRPr lang="en-US" altLang="ja-JP" sz="3600" dirty="0"/>
          </a:p>
          <a:p>
            <a:pPr algn="l"/>
            <a:endParaRPr lang="ja-JP" altLang="en-US" sz="3600" dirty="0"/>
          </a:p>
          <a:p>
            <a:pPr algn="l"/>
            <a:endParaRPr lang="en-US" altLang="ja-JP" sz="3500" dirty="0"/>
          </a:p>
          <a:p>
            <a:pPr algn="l"/>
            <a:endParaRPr lang="en-US" altLang="ja-JP" sz="3500" dirty="0"/>
          </a:p>
        </p:txBody>
      </p:sp>
      <p:pic>
        <p:nvPicPr>
          <p:cNvPr id="4" name="図 3" descr="Dark Deception">
            <a:extLst>
              <a:ext uri="{FF2B5EF4-FFF2-40B4-BE49-F238E27FC236}">
                <a16:creationId xmlns:a16="http://schemas.microsoft.com/office/drawing/2014/main" id="{477BFCAC-6219-E91F-8EC4-2EE7ED2D1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576" y="2419927"/>
            <a:ext cx="6549495" cy="3684092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D4327FF-5B84-EF43-33A6-D212C351FA73}"/>
              </a:ext>
            </a:extLst>
          </p:cNvPr>
          <p:cNvSpPr txBox="1"/>
          <p:nvPr/>
        </p:nvSpPr>
        <p:spPr>
          <a:xfrm>
            <a:off x="245434" y="1245919"/>
            <a:ext cx="9157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/>
              <a:t>ジャンル</a:t>
            </a:r>
            <a:r>
              <a:rPr lang="ja-JP" altLang="en-US" sz="3600" dirty="0"/>
              <a:t>：</a:t>
            </a:r>
            <a:r>
              <a:rPr lang="en-US" altLang="ja-JP" sz="3600" dirty="0"/>
              <a:t>3D</a:t>
            </a:r>
            <a:r>
              <a:rPr lang="ja-JP" altLang="en-US" sz="3600" dirty="0"/>
              <a:t>ホラー</a:t>
            </a:r>
            <a:r>
              <a:rPr lang="en-US" altLang="ja-JP" sz="3600" dirty="0"/>
              <a:t>		</a:t>
            </a:r>
            <a:r>
              <a:rPr lang="ja-JP" altLang="en-US" sz="3600" b="1" dirty="0"/>
              <a:t>プレイ人数 </a:t>
            </a:r>
            <a:r>
              <a:rPr lang="en-US" altLang="ja-JP" sz="3600" dirty="0"/>
              <a:t>:</a:t>
            </a:r>
            <a:r>
              <a:rPr lang="en-US" altLang="ja-JP" sz="3600" b="1" dirty="0"/>
              <a:t> </a:t>
            </a:r>
            <a:r>
              <a:rPr lang="en-US" altLang="ja-JP" sz="3600" dirty="0"/>
              <a:t>1</a:t>
            </a:r>
            <a:r>
              <a:rPr lang="ja-JP" altLang="en-US" sz="3600" dirty="0"/>
              <a:t>人</a:t>
            </a:r>
            <a:r>
              <a:rPr lang="en-US" altLang="ja-JP" sz="3600" b="1" dirty="0"/>
              <a:t> 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959ADCA-7256-EBC5-2C2A-941B7F084930}"/>
              </a:ext>
            </a:extLst>
          </p:cNvPr>
          <p:cNvSpPr txBox="1"/>
          <p:nvPr/>
        </p:nvSpPr>
        <p:spPr>
          <a:xfrm>
            <a:off x="7260452" y="6216589"/>
            <a:ext cx="3953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 err="1"/>
              <a:t>DarkDeception</a:t>
            </a:r>
            <a:r>
              <a:rPr kumimoji="1" lang="ja-JP" altLang="en-US" sz="3200" dirty="0"/>
              <a:t>参考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5356D1A-B60D-EC41-FEDB-1CB986CAC163}"/>
              </a:ext>
            </a:extLst>
          </p:cNvPr>
          <p:cNvSpPr txBox="1"/>
          <p:nvPr/>
        </p:nvSpPr>
        <p:spPr>
          <a:xfrm>
            <a:off x="1289466" y="90334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スワー     エスケープ</a:t>
            </a: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058D9BFA-3589-4643-A037-63C9D08997AC}"/>
              </a:ext>
            </a:extLst>
          </p:cNvPr>
          <p:cNvSpPr txBox="1">
            <a:spLocks/>
          </p:cNvSpPr>
          <p:nvPr/>
        </p:nvSpPr>
        <p:spPr>
          <a:xfrm>
            <a:off x="245434" y="4945384"/>
            <a:ext cx="3953164" cy="1855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2800" b="1" dirty="0"/>
              <a:t>チーム名</a:t>
            </a:r>
            <a:r>
              <a:rPr lang="ja-JP" altLang="en-US" sz="2800" dirty="0"/>
              <a:t>：メガネ</a:t>
            </a:r>
            <a:endParaRPr lang="en-US" altLang="ja-JP" sz="2800" dirty="0"/>
          </a:p>
          <a:p>
            <a:pPr algn="l"/>
            <a:r>
              <a:rPr lang="ja-JP" altLang="en-US" b="1" dirty="0"/>
              <a:t>メンバー</a:t>
            </a:r>
            <a:endParaRPr lang="en-US" altLang="ja-JP" sz="3200" b="1" dirty="0"/>
          </a:p>
          <a:p>
            <a:pPr algn="l"/>
            <a:r>
              <a:rPr lang="ja-JP" altLang="en-US" sz="2000" dirty="0"/>
              <a:t>船迫　由雅</a:t>
            </a:r>
            <a:r>
              <a:rPr lang="en-US" altLang="ja-JP" sz="2000" dirty="0"/>
              <a:t>	</a:t>
            </a:r>
            <a:r>
              <a:rPr lang="ja-JP" altLang="en-US" sz="2000" dirty="0"/>
              <a:t>武部　伝</a:t>
            </a:r>
            <a:endParaRPr lang="en-US" altLang="ja-JP" sz="2000" dirty="0"/>
          </a:p>
          <a:p>
            <a:pPr algn="l"/>
            <a:r>
              <a:rPr lang="ja-JP" altLang="en-US" sz="2000" dirty="0"/>
              <a:t>寺尾　彪翔</a:t>
            </a:r>
            <a:r>
              <a:rPr lang="en-US" altLang="ja-JP" sz="2000" dirty="0"/>
              <a:t>	</a:t>
            </a:r>
            <a:r>
              <a:rPr lang="ja-JP" altLang="en-US" sz="2000" dirty="0"/>
              <a:t>野田　蒼磨</a:t>
            </a:r>
            <a:endParaRPr lang="en-US" altLang="ja-JP" sz="2000" dirty="0"/>
          </a:p>
          <a:p>
            <a:pPr algn="l"/>
            <a:endParaRPr lang="ja-JP" altLang="en-US" sz="3600" dirty="0"/>
          </a:p>
          <a:p>
            <a:pPr algn="l"/>
            <a:endParaRPr lang="en-US" altLang="ja-JP" sz="3500" dirty="0"/>
          </a:p>
          <a:p>
            <a:pPr algn="l"/>
            <a:endParaRPr lang="en-US" altLang="ja-JP" sz="3500" dirty="0"/>
          </a:p>
        </p:txBody>
      </p:sp>
      <p:sp>
        <p:nvSpPr>
          <p:cNvPr id="10" name="字幕 2">
            <a:extLst>
              <a:ext uri="{FF2B5EF4-FFF2-40B4-BE49-F238E27FC236}">
                <a16:creationId xmlns:a16="http://schemas.microsoft.com/office/drawing/2014/main" id="{2FFC13F5-055E-B35E-B1BB-56C3AF3AE2A9}"/>
              </a:ext>
            </a:extLst>
          </p:cNvPr>
          <p:cNvSpPr txBox="1">
            <a:spLocks/>
          </p:cNvSpPr>
          <p:nvPr/>
        </p:nvSpPr>
        <p:spPr>
          <a:xfrm>
            <a:off x="245434" y="3239509"/>
            <a:ext cx="5028529" cy="64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sz="3600" b="1" dirty="0"/>
              <a:t>使用エンジン：</a:t>
            </a:r>
            <a:r>
              <a:rPr lang="en-US" altLang="ja-JP" sz="3600" dirty="0"/>
              <a:t>Unity</a:t>
            </a:r>
          </a:p>
        </p:txBody>
      </p:sp>
    </p:spTree>
    <p:extLst>
      <p:ext uri="{BB962C8B-B14F-4D97-AF65-F5344CB8AC3E}">
        <p14:creationId xmlns:p14="http://schemas.microsoft.com/office/powerpoint/2010/main" val="1920741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87F0FE-0469-E134-B88A-3CF989EA0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672" y="2515734"/>
            <a:ext cx="10067637" cy="140048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ja-JP" altLang="en-US" sz="7200" b="1" dirty="0"/>
              <a:t>コンセプト</a:t>
            </a:r>
            <a:r>
              <a:rPr lang="en-US" altLang="ja-JP" sz="7200" dirty="0"/>
              <a:t>:</a:t>
            </a:r>
            <a:r>
              <a:rPr lang="ja-JP" altLang="en-US" sz="7200" dirty="0"/>
              <a:t>「</a:t>
            </a:r>
            <a:r>
              <a:rPr lang="ja-JP" altLang="en-US" sz="7200" b="1" dirty="0">
                <a:solidFill>
                  <a:srgbClr val="FF0000"/>
                </a:solidFill>
              </a:rPr>
              <a:t>逃げる</a:t>
            </a:r>
            <a:r>
              <a:rPr lang="ja-JP" altLang="en-US" sz="7200" dirty="0"/>
              <a:t>」</a:t>
            </a:r>
            <a:endParaRPr lang="en-US" altLang="ja-JP" sz="5400" dirty="0"/>
          </a:p>
          <a:p>
            <a:pPr algn="ctr">
              <a:lnSpc>
                <a:spcPct val="110000"/>
              </a:lnSpc>
            </a:pPr>
            <a:endParaRPr lang="en-US" altLang="ja-JP" sz="1600" b="1" dirty="0"/>
          </a:p>
        </p:txBody>
      </p:sp>
    </p:spTree>
    <p:extLst>
      <p:ext uri="{BB962C8B-B14F-4D97-AF65-F5344CB8AC3E}">
        <p14:creationId xmlns:p14="http://schemas.microsoft.com/office/powerpoint/2010/main" val="1878638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BBA3DB-0A0B-2F51-C722-A994A95B4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325" y="560244"/>
            <a:ext cx="10947402" cy="234921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ja-JP" altLang="en-US" sz="5600" b="1" dirty="0"/>
              <a:t>ターゲット</a:t>
            </a:r>
            <a:r>
              <a:rPr lang="en-US" altLang="ja-JP" sz="5600" dirty="0"/>
              <a:t>: </a:t>
            </a:r>
            <a:r>
              <a:rPr lang="en-US" altLang="ja-JP" sz="5600" dirty="0" err="1"/>
              <a:t>DarkDeception</a:t>
            </a:r>
            <a:r>
              <a:rPr lang="ja-JP" altLang="en-US" sz="5600" dirty="0"/>
              <a:t>を</a:t>
            </a:r>
            <a:endParaRPr lang="en-US" altLang="ja-JP" sz="5600" dirty="0"/>
          </a:p>
          <a:p>
            <a:pPr marL="0" indent="0">
              <a:buNone/>
            </a:pPr>
            <a:r>
              <a:rPr lang="en-US" altLang="ja-JP" sz="5600" dirty="0"/>
              <a:t>	   </a:t>
            </a:r>
            <a:r>
              <a:rPr lang="ja-JP" altLang="en-US" sz="5600" dirty="0"/>
              <a:t>プレイしたことがある人</a:t>
            </a:r>
            <a:endParaRPr lang="en-US" altLang="ja-JP" sz="5600" dirty="0"/>
          </a:p>
          <a:p>
            <a:pPr marL="0" indent="0">
              <a:buNone/>
            </a:pPr>
            <a:r>
              <a:rPr lang="en-US" altLang="ja-JP" sz="3800" dirty="0"/>
              <a:t>(</a:t>
            </a:r>
            <a:r>
              <a:rPr lang="ja-JP" altLang="en-US" sz="3800" dirty="0"/>
              <a:t>販売本数を</a:t>
            </a:r>
            <a:r>
              <a:rPr lang="en-US" altLang="ja-JP" sz="3800" dirty="0"/>
              <a:t>AI</a:t>
            </a:r>
            <a:r>
              <a:rPr lang="ja-JP" altLang="en-US" sz="3800" dirty="0"/>
              <a:t>で概算した結果、推定</a:t>
            </a:r>
            <a:r>
              <a:rPr lang="en-US" altLang="ja-JP" sz="3800" dirty="0"/>
              <a:t>80</a:t>
            </a:r>
            <a:r>
              <a:rPr lang="ja-JP" altLang="en-US" sz="3800" dirty="0"/>
              <a:t>万人と判明。</a:t>
            </a:r>
            <a:endParaRPr lang="en-US" altLang="ja-JP" sz="3800" dirty="0"/>
          </a:p>
          <a:p>
            <a:pPr marL="0" indent="0">
              <a:buNone/>
            </a:pPr>
            <a:r>
              <a:rPr lang="ja-JP" altLang="en-US" sz="3800" dirty="0"/>
              <a:t>そのためその半分未満とし約</a:t>
            </a:r>
            <a:r>
              <a:rPr lang="en-US" altLang="ja-JP" sz="3800" dirty="0"/>
              <a:t>30</a:t>
            </a:r>
            <a:r>
              <a:rPr lang="ja-JP" altLang="en-US" sz="3800" dirty="0"/>
              <a:t>万人をターゲットとする</a:t>
            </a:r>
            <a:r>
              <a:rPr lang="en-US" altLang="ja-JP" sz="3800" dirty="0"/>
              <a:t>)</a:t>
            </a:r>
          </a:p>
          <a:p>
            <a:pPr lvl="3"/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C4E084F-5B25-6674-FECF-277F07735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670" y="2909455"/>
            <a:ext cx="6174659" cy="316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69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889A58-1010-D491-4103-B01FDACBA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269" y="1229303"/>
            <a:ext cx="6548004" cy="4201680"/>
          </a:xfrm>
        </p:spPr>
        <p:txBody>
          <a:bodyPr>
            <a:normAutofit/>
          </a:bodyPr>
          <a:lstStyle/>
          <a:p>
            <a:r>
              <a:rPr lang="ja-JP" altLang="en-US" dirty="0"/>
              <a:t>パッドかキーボード</a:t>
            </a:r>
            <a:r>
              <a:rPr lang="en-US" altLang="ja-JP" dirty="0"/>
              <a:t>&amp;</a:t>
            </a:r>
            <a:r>
              <a:rPr lang="ja-JP" altLang="en-US" dirty="0"/>
              <a:t>マウスで操作</a:t>
            </a:r>
            <a:endParaRPr lang="en-US" altLang="ja-JP" dirty="0"/>
          </a:p>
          <a:p>
            <a:r>
              <a:rPr lang="ja-JP" altLang="en-US" dirty="0"/>
              <a:t>ゲームスタートしたらロビー</a:t>
            </a:r>
            <a:r>
              <a:rPr lang="en-US" altLang="ja-JP" dirty="0"/>
              <a:t>(</a:t>
            </a:r>
            <a:r>
              <a:rPr lang="ja-JP" altLang="en-US" dirty="0"/>
              <a:t>初期地点</a:t>
            </a:r>
            <a:r>
              <a:rPr lang="en-US" altLang="ja-JP" dirty="0"/>
              <a:t>)</a:t>
            </a:r>
            <a:r>
              <a:rPr lang="ja-JP" altLang="en-US" dirty="0"/>
              <a:t>からスポーンする</a:t>
            </a:r>
            <a:endParaRPr lang="en-US" altLang="ja-JP" dirty="0"/>
          </a:p>
          <a:p>
            <a:pPr algn="just"/>
            <a:r>
              <a:rPr lang="ja-JP" altLang="en-US" dirty="0"/>
              <a:t>鍵のかけらを集めて脱出する</a:t>
            </a:r>
            <a:r>
              <a:rPr lang="en-US" altLang="ja-JP" dirty="0"/>
              <a:t>(</a:t>
            </a:r>
            <a:r>
              <a:rPr lang="ja-JP" altLang="en-US" dirty="0"/>
              <a:t>かけらを全部集めるとロビーが脱出口になって脱出可能になる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かけら数と残機数は常に画面内に表示</a:t>
            </a:r>
            <a:endParaRPr lang="en-US" altLang="ja-JP" dirty="0"/>
          </a:p>
          <a:p>
            <a:r>
              <a:rPr lang="ja-JP" altLang="en-US" dirty="0"/>
              <a:t>残機が</a:t>
            </a:r>
            <a:r>
              <a:rPr lang="en-US" altLang="ja-JP" dirty="0"/>
              <a:t>0</a:t>
            </a:r>
            <a:r>
              <a:rPr lang="ja-JP" altLang="en-US" dirty="0"/>
              <a:t>になるとゲームオーバー</a:t>
            </a:r>
            <a:endParaRPr lang="en-US" altLang="ja-JP" dirty="0"/>
          </a:p>
        </p:txBody>
      </p:sp>
      <p:pic>
        <p:nvPicPr>
          <p:cNvPr id="2" name="図 1" descr="Dark deception chapter 1 - YouTube">
            <a:extLst>
              <a:ext uri="{FF2B5EF4-FFF2-40B4-BE49-F238E27FC236}">
                <a16:creationId xmlns:a16="http://schemas.microsoft.com/office/drawing/2014/main" id="{BA6BFF1A-CFCB-2ACD-8CEE-D2B0133BF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463" y="393988"/>
            <a:ext cx="4855762" cy="2731366"/>
          </a:xfrm>
          <a:prstGeom prst="rect">
            <a:avLst/>
          </a:prstGeom>
        </p:spPr>
      </p:pic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6A04CECC-F658-A3F1-6B48-EC0D114FD097}"/>
              </a:ext>
            </a:extLst>
          </p:cNvPr>
          <p:cNvSpPr txBox="1">
            <a:spLocks/>
          </p:cNvSpPr>
          <p:nvPr/>
        </p:nvSpPr>
        <p:spPr>
          <a:xfrm>
            <a:off x="297424" y="310283"/>
            <a:ext cx="3831230" cy="6410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4400" b="1" dirty="0"/>
              <a:t>ゲーム概要</a:t>
            </a:r>
          </a:p>
        </p:txBody>
      </p:sp>
      <p:pic>
        <p:nvPicPr>
          <p:cNvPr id="6" name="図 5" descr="Dark Deception chapter 1 full playthrough no commentary died one time ...">
            <a:extLst>
              <a:ext uri="{FF2B5EF4-FFF2-40B4-BE49-F238E27FC236}">
                <a16:creationId xmlns:a16="http://schemas.microsoft.com/office/drawing/2014/main" id="{24CFF4E3-9353-78DE-CD15-B15B095D3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463" y="3642592"/>
            <a:ext cx="5015857" cy="282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0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D0BFBE-994F-C319-8EDB-682EF4110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858981"/>
            <a:ext cx="6251575" cy="4941455"/>
          </a:xfrm>
        </p:spPr>
        <p:txBody>
          <a:bodyPr anchor="ctr">
            <a:normAutofit/>
          </a:bodyPr>
          <a:lstStyle/>
          <a:p>
            <a:r>
              <a:rPr lang="ja-JP" altLang="en-US" dirty="0"/>
              <a:t>後半になるにつれて難易度が上がる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→かけら取得数に応じて敵の数が増</a:t>
            </a:r>
            <a:r>
              <a:rPr lang="en-US" altLang="ja-JP" dirty="0"/>
              <a:t>    </a:t>
            </a:r>
            <a:r>
              <a:rPr lang="ja-JP" altLang="en-US" dirty="0"/>
              <a:t>　　　　　　　　　　　　　　　　　　　　　　　　　　　　　える（最大</a:t>
            </a:r>
            <a:r>
              <a:rPr lang="en-US" altLang="ja-JP" dirty="0"/>
              <a:t>4</a:t>
            </a:r>
            <a:r>
              <a:rPr lang="ja-JP" altLang="en-US" dirty="0"/>
              <a:t>体）</a:t>
            </a:r>
            <a:endParaRPr lang="en-US" altLang="ja-JP" dirty="0"/>
          </a:p>
          <a:p>
            <a:r>
              <a:rPr lang="ja-JP" altLang="en-US" dirty="0"/>
              <a:t>敵はマップ内を徘徊してプレイヤーに近づいたときにプレイヤーを追従する</a:t>
            </a:r>
            <a:endParaRPr lang="en-US" altLang="ja-JP" dirty="0"/>
          </a:p>
          <a:p>
            <a:r>
              <a:rPr lang="ja-JP" altLang="en-US" dirty="0"/>
              <a:t>追従は索敵範囲外に出たら徘徊状態に戻る</a:t>
            </a:r>
            <a:endParaRPr lang="en-US" altLang="ja-JP" dirty="0"/>
          </a:p>
          <a:p>
            <a:r>
              <a:rPr lang="ja-JP" altLang="en-US" dirty="0"/>
              <a:t>敵につかまるとロビーに戻されて残機が減りかけら数が引き継がれる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808FB04-C93B-41C3-D76C-E48B3968F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175" y="1614775"/>
            <a:ext cx="5838825" cy="328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83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222</Words>
  <Application>Microsoft Office PowerPoint</Application>
  <PresentationFormat>ワイド画面</PresentationFormat>
  <Paragraphs>29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Sewer Escape（下水道からの脱出）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寺尾　彪翔</dc:creator>
  <cp:lastModifiedBy>寺尾　彪翔</cp:lastModifiedBy>
  <cp:revision>7</cp:revision>
  <dcterms:created xsi:type="dcterms:W3CDTF">2026-09-10T08:19:12Z</dcterms:created>
  <dcterms:modified xsi:type="dcterms:W3CDTF">2026-10-08T09:06:08Z</dcterms:modified>
</cp:coreProperties>
</file>