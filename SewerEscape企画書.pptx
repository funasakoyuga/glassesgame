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4" d="100"/>
          <a:sy n="104" d="100"/>
        </p:scale>
        <p:origin x="870"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E70C56-6A5E-426A-AD6A-0A64B046B0E8}"/>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0F7862C9-D0EA-5132-8FC6-1DDC336AA67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A3AD88B3-5033-43C1-AE66-554E9A0556EB}"/>
              </a:ext>
            </a:extLst>
          </p:cNvPr>
          <p:cNvSpPr>
            <a:spLocks noGrp="1"/>
          </p:cNvSpPr>
          <p:nvPr>
            <p:ph type="dt" sz="half" idx="10"/>
          </p:nvPr>
        </p:nvSpPr>
        <p:spPr/>
        <p:txBody>
          <a:bodyPr/>
          <a:lstStyle/>
          <a:p>
            <a:fld id="{2E7489E2-24D5-4E87-8DBE-89F167604D51}" type="datetimeFigureOut">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D16D3AEA-5D5D-E430-CE7D-9FA9F825483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73522BC-E107-25AF-9A38-09C48B1FA86E}"/>
              </a:ext>
            </a:extLst>
          </p:cNvPr>
          <p:cNvSpPr>
            <a:spLocks noGrp="1"/>
          </p:cNvSpPr>
          <p:nvPr>
            <p:ph type="sldNum" sz="quarter" idx="12"/>
          </p:nvPr>
        </p:nvSpPr>
        <p:spPr/>
        <p:txBody>
          <a:bodyPr/>
          <a:lstStyle/>
          <a:p>
            <a:fld id="{23E62E21-B8DB-4DAC-8AD8-B865D18EB8DF}" type="slidenum">
              <a:rPr kumimoji="1" lang="ja-JP" altLang="en-US" smtClean="0"/>
              <a:t>‹#›</a:t>
            </a:fld>
            <a:endParaRPr kumimoji="1" lang="ja-JP" altLang="en-US"/>
          </a:p>
        </p:txBody>
      </p:sp>
    </p:spTree>
    <p:extLst>
      <p:ext uri="{BB962C8B-B14F-4D97-AF65-F5344CB8AC3E}">
        <p14:creationId xmlns:p14="http://schemas.microsoft.com/office/powerpoint/2010/main" val="30318313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18EB67A-CBA4-0B2C-8372-3AB1E245FD76}"/>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D94FFC8-0567-3890-5D3D-2E194AF33AFF}"/>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503D544-441B-58DD-602F-EF999DFEBAE9}"/>
              </a:ext>
            </a:extLst>
          </p:cNvPr>
          <p:cNvSpPr>
            <a:spLocks noGrp="1"/>
          </p:cNvSpPr>
          <p:nvPr>
            <p:ph type="dt" sz="half" idx="10"/>
          </p:nvPr>
        </p:nvSpPr>
        <p:spPr/>
        <p:txBody>
          <a:bodyPr/>
          <a:lstStyle/>
          <a:p>
            <a:fld id="{2E7489E2-24D5-4E87-8DBE-89F167604D51}" type="datetimeFigureOut">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84BF8DE8-5C33-2F87-DF13-4DF1117540E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F6BA087-0107-1E79-52DF-9E21AE3A146E}"/>
              </a:ext>
            </a:extLst>
          </p:cNvPr>
          <p:cNvSpPr>
            <a:spLocks noGrp="1"/>
          </p:cNvSpPr>
          <p:nvPr>
            <p:ph type="sldNum" sz="quarter" idx="12"/>
          </p:nvPr>
        </p:nvSpPr>
        <p:spPr/>
        <p:txBody>
          <a:bodyPr/>
          <a:lstStyle/>
          <a:p>
            <a:fld id="{23E62E21-B8DB-4DAC-8AD8-B865D18EB8DF}" type="slidenum">
              <a:rPr kumimoji="1" lang="ja-JP" altLang="en-US" smtClean="0"/>
              <a:t>‹#›</a:t>
            </a:fld>
            <a:endParaRPr kumimoji="1" lang="ja-JP" altLang="en-US"/>
          </a:p>
        </p:txBody>
      </p:sp>
    </p:spTree>
    <p:extLst>
      <p:ext uri="{BB962C8B-B14F-4D97-AF65-F5344CB8AC3E}">
        <p14:creationId xmlns:p14="http://schemas.microsoft.com/office/powerpoint/2010/main" val="37222536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D03BB6-6B22-089C-9B33-6F75B31E0D2D}"/>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0D2B933-0655-A84E-BACF-74592E5DC49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4A399D79-11F4-A8AE-09FD-478240A58C64}"/>
              </a:ext>
            </a:extLst>
          </p:cNvPr>
          <p:cNvSpPr>
            <a:spLocks noGrp="1"/>
          </p:cNvSpPr>
          <p:nvPr>
            <p:ph type="dt" sz="half" idx="10"/>
          </p:nvPr>
        </p:nvSpPr>
        <p:spPr/>
        <p:txBody>
          <a:bodyPr/>
          <a:lstStyle/>
          <a:p>
            <a:fld id="{2E7489E2-24D5-4E87-8DBE-89F167604D51}" type="datetimeFigureOut">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80E163A4-0BBE-112B-A8D9-2D922861B29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40D4136-C667-06FB-264A-0F87522728E6}"/>
              </a:ext>
            </a:extLst>
          </p:cNvPr>
          <p:cNvSpPr>
            <a:spLocks noGrp="1"/>
          </p:cNvSpPr>
          <p:nvPr>
            <p:ph type="sldNum" sz="quarter" idx="12"/>
          </p:nvPr>
        </p:nvSpPr>
        <p:spPr/>
        <p:txBody>
          <a:bodyPr/>
          <a:lstStyle/>
          <a:p>
            <a:fld id="{23E62E21-B8DB-4DAC-8AD8-B865D18EB8DF}" type="slidenum">
              <a:rPr kumimoji="1" lang="ja-JP" altLang="en-US" smtClean="0"/>
              <a:t>‹#›</a:t>
            </a:fld>
            <a:endParaRPr kumimoji="1" lang="ja-JP" altLang="en-US"/>
          </a:p>
        </p:txBody>
      </p:sp>
    </p:spTree>
    <p:extLst>
      <p:ext uri="{BB962C8B-B14F-4D97-AF65-F5344CB8AC3E}">
        <p14:creationId xmlns:p14="http://schemas.microsoft.com/office/powerpoint/2010/main" val="37088398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58AD03-D865-4EED-788C-29F8FAACC67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040EF6F-69F2-5D84-A7C2-5290A192D7BD}"/>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AFDF7FEE-8EDB-F6B0-34CF-22583E5B7A83}"/>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75E3CC45-5D17-06A8-8358-33270B4ED3BD}"/>
              </a:ext>
            </a:extLst>
          </p:cNvPr>
          <p:cNvSpPr>
            <a:spLocks noGrp="1"/>
          </p:cNvSpPr>
          <p:nvPr>
            <p:ph type="dt" sz="half" idx="10"/>
          </p:nvPr>
        </p:nvSpPr>
        <p:spPr/>
        <p:txBody>
          <a:bodyPr/>
          <a:lstStyle/>
          <a:p>
            <a:fld id="{2E7489E2-24D5-4E87-8DBE-89F167604D51}" type="datetimeFigureOut">
              <a:rPr kumimoji="1" lang="ja-JP" altLang="en-US" smtClean="0"/>
              <a:t>2026/9/15</a:t>
            </a:fld>
            <a:endParaRPr kumimoji="1" lang="ja-JP" altLang="en-US"/>
          </a:p>
        </p:txBody>
      </p:sp>
      <p:sp>
        <p:nvSpPr>
          <p:cNvPr id="6" name="フッター プレースホルダー 5">
            <a:extLst>
              <a:ext uri="{FF2B5EF4-FFF2-40B4-BE49-F238E27FC236}">
                <a16:creationId xmlns:a16="http://schemas.microsoft.com/office/drawing/2014/main" id="{0B26639B-251E-3773-E62F-97308BD7B5A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5AA111B4-E0B5-E9C6-81F6-EFFAFE2247B6}"/>
              </a:ext>
            </a:extLst>
          </p:cNvPr>
          <p:cNvSpPr>
            <a:spLocks noGrp="1"/>
          </p:cNvSpPr>
          <p:nvPr>
            <p:ph type="sldNum" sz="quarter" idx="12"/>
          </p:nvPr>
        </p:nvSpPr>
        <p:spPr/>
        <p:txBody>
          <a:bodyPr/>
          <a:lstStyle/>
          <a:p>
            <a:fld id="{23E62E21-B8DB-4DAC-8AD8-B865D18EB8DF}" type="slidenum">
              <a:rPr kumimoji="1" lang="ja-JP" altLang="en-US" smtClean="0"/>
              <a:t>‹#›</a:t>
            </a:fld>
            <a:endParaRPr kumimoji="1" lang="ja-JP" altLang="en-US"/>
          </a:p>
        </p:txBody>
      </p:sp>
    </p:spTree>
    <p:extLst>
      <p:ext uri="{BB962C8B-B14F-4D97-AF65-F5344CB8AC3E}">
        <p14:creationId xmlns:p14="http://schemas.microsoft.com/office/powerpoint/2010/main" val="39317713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9AD991C-526E-1218-DD0B-7D4010213A60}"/>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82AC2D2-25F9-B806-70B5-84CC7FDB08A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B9C3CE10-40FE-F396-EFAF-509CDA4E21DA}"/>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400245D-03F0-CC59-8C87-3C255B4F324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C556C3C3-613B-DB4D-F0F5-1BECC43E92DA}"/>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6BAAC62D-439F-D0B7-606E-3712B2E99D9E}"/>
              </a:ext>
            </a:extLst>
          </p:cNvPr>
          <p:cNvSpPr>
            <a:spLocks noGrp="1"/>
          </p:cNvSpPr>
          <p:nvPr>
            <p:ph type="dt" sz="half" idx="10"/>
          </p:nvPr>
        </p:nvSpPr>
        <p:spPr/>
        <p:txBody>
          <a:bodyPr/>
          <a:lstStyle/>
          <a:p>
            <a:fld id="{2E7489E2-24D5-4E87-8DBE-89F167604D51}" type="datetimeFigureOut">
              <a:rPr kumimoji="1" lang="ja-JP" altLang="en-US" smtClean="0"/>
              <a:t>2026/9/15</a:t>
            </a:fld>
            <a:endParaRPr kumimoji="1" lang="ja-JP" altLang="en-US"/>
          </a:p>
        </p:txBody>
      </p:sp>
      <p:sp>
        <p:nvSpPr>
          <p:cNvPr id="8" name="フッター プレースホルダー 7">
            <a:extLst>
              <a:ext uri="{FF2B5EF4-FFF2-40B4-BE49-F238E27FC236}">
                <a16:creationId xmlns:a16="http://schemas.microsoft.com/office/drawing/2014/main" id="{D07F73C5-DF88-9FCC-82F3-79E084188C06}"/>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8E2144F5-2F2E-78C6-B9DB-D1B962DAC66B}"/>
              </a:ext>
            </a:extLst>
          </p:cNvPr>
          <p:cNvSpPr>
            <a:spLocks noGrp="1"/>
          </p:cNvSpPr>
          <p:nvPr>
            <p:ph type="sldNum" sz="quarter" idx="12"/>
          </p:nvPr>
        </p:nvSpPr>
        <p:spPr/>
        <p:txBody>
          <a:bodyPr/>
          <a:lstStyle/>
          <a:p>
            <a:fld id="{23E62E21-B8DB-4DAC-8AD8-B865D18EB8DF}" type="slidenum">
              <a:rPr kumimoji="1" lang="ja-JP" altLang="en-US" smtClean="0"/>
              <a:t>‹#›</a:t>
            </a:fld>
            <a:endParaRPr kumimoji="1" lang="ja-JP" altLang="en-US"/>
          </a:p>
        </p:txBody>
      </p:sp>
    </p:spTree>
    <p:extLst>
      <p:ext uri="{BB962C8B-B14F-4D97-AF65-F5344CB8AC3E}">
        <p14:creationId xmlns:p14="http://schemas.microsoft.com/office/powerpoint/2010/main" val="16187254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8088EEC-B9BC-4F14-99A6-543AE7CC7E61}"/>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9C131DC-0226-BCA7-84AA-957515358C3A}"/>
              </a:ext>
            </a:extLst>
          </p:cNvPr>
          <p:cNvSpPr>
            <a:spLocks noGrp="1"/>
          </p:cNvSpPr>
          <p:nvPr>
            <p:ph type="dt" sz="half" idx="10"/>
          </p:nvPr>
        </p:nvSpPr>
        <p:spPr/>
        <p:txBody>
          <a:bodyPr/>
          <a:lstStyle/>
          <a:p>
            <a:fld id="{2E7489E2-24D5-4E87-8DBE-89F167604D51}" type="datetimeFigureOut">
              <a:rPr kumimoji="1" lang="ja-JP" altLang="en-US" smtClean="0"/>
              <a:t>2026/9/15</a:t>
            </a:fld>
            <a:endParaRPr kumimoji="1" lang="ja-JP" altLang="en-US"/>
          </a:p>
        </p:txBody>
      </p:sp>
      <p:sp>
        <p:nvSpPr>
          <p:cNvPr id="4" name="フッター プレースホルダー 3">
            <a:extLst>
              <a:ext uri="{FF2B5EF4-FFF2-40B4-BE49-F238E27FC236}">
                <a16:creationId xmlns:a16="http://schemas.microsoft.com/office/drawing/2014/main" id="{5722F894-68FE-00F8-1FF4-804A468F202C}"/>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A5F13D4E-CE67-A200-8D74-A2F7F9E9DFAF}"/>
              </a:ext>
            </a:extLst>
          </p:cNvPr>
          <p:cNvSpPr>
            <a:spLocks noGrp="1"/>
          </p:cNvSpPr>
          <p:nvPr>
            <p:ph type="sldNum" sz="quarter" idx="12"/>
          </p:nvPr>
        </p:nvSpPr>
        <p:spPr/>
        <p:txBody>
          <a:bodyPr/>
          <a:lstStyle/>
          <a:p>
            <a:fld id="{23E62E21-B8DB-4DAC-8AD8-B865D18EB8DF}" type="slidenum">
              <a:rPr kumimoji="1" lang="ja-JP" altLang="en-US" smtClean="0"/>
              <a:t>‹#›</a:t>
            </a:fld>
            <a:endParaRPr kumimoji="1" lang="ja-JP" altLang="en-US"/>
          </a:p>
        </p:txBody>
      </p:sp>
    </p:spTree>
    <p:extLst>
      <p:ext uri="{BB962C8B-B14F-4D97-AF65-F5344CB8AC3E}">
        <p14:creationId xmlns:p14="http://schemas.microsoft.com/office/powerpoint/2010/main" val="10305634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80790A5D-3906-8D54-B84D-808ED556543C}"/>
              </a:ext>
            </a:extLst>
          </p:cNvPr>
          <p:cNvSpPr>
            <a:spLocks noGrp="1"/>
          </p:cNvSpPr>
          <p:nvPr>
            <p:ph type="dt" sz="half" idx="10"/>
          </p:nvPr>
        </p:nvSpPr>
        <p:spPr/>
        <p:txBody>
          <a:bodyPr/>
          <a:lstStyle/>
          <a:p>
            <a:fld id="{2E7489E2-24D5-4E87-8DBE-89F167604D51}" type="datetimeFigureOut">
              <a:rPr kumimoji="1" lang="ja-JP" altLang="en-US" smtClean="0"/>
              <a:t>2026/9/15</a:t>
            </a:fld>
            <a:endParaRPr kumimoji="1" lang="ja-JP" altLang="en-US"/>
          </a:p>
        </p:txBody>
      </p:sp>
      <p:sp>
        <p:nvSpPr>
          <p:cNvPr id="3" name="フッター プレースホルダー 2">
            <a:extLst>
              <a:ext uri="{FF2B5EF4-FFF2-40B4-BE49-F238E27FC236}">
                <a16:creationId xmlns:a16="http://schemas.microsoft.com/office/drawing/2014/main" id="{0D330B8A-794A-DC72-9091-6E92EF97C4AB}"/>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154FD40B-298C-DCDE-345A-5D985AAA72B9}"/>
              </a:ext>
            </a:extLst>
          </p:cNvPr>
          <p:cNvSpPr>
            <a:spLocks noGrp="1"/>
          </p:cNvSpPr>
          <p:nvPr>
            <p:ph type="sldNum" sz="quarter" idx="12"/>
          </p:nvPr>
        </p:nvSpPr>
        <p:spPr/>
        <p:txBody>
          <a:bodyPr/>
          <a:lstStyle/>
          <a:p>
            <a:fld id="{23E62E21-B8DB-4DAC-8AD8-B865D18EB8DF}" type="slidenum">
              <a:rPr kumimoji="1" lang="ja-JP" altLang="en-US" smtClean="0"/>
              <a:t>‹#›</a:t>
            </a:fld>
            <a:endParaRPr kumimoji="1" lang="ja-JP" altLang="en-US"/>
          </a:p>
        </p:txBody>
      </p:sp>
    </p:spTree>
    <p:extLst>
      <p:ext uri="{BB962C8B-B14F-4D97-AF65-F5344CB8AC3E}">
        <p14:creationId xmlns:p14="http://schemas.microsoft.com/office/powerpoint/2010/main" val="9069391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7C215C-8E86-1AF3-28EA-8807A5D37A8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780E786-C8D6-0FF5-188B-8C3E93811C2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DD0A1A2-C8A9-2A86-E2F9-786D9C1B39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58DF41F-B7ED-42FB-4097-2170805AB31D}"/>
              </a:ext>
            </a:extLst>
          </p:cNvPr>
          <p:cNvSpPr>
            <a:spLocks noGrp="1"/>
          </p:cNvSpPr>
          <p:nvPr>
            <p:ph type="dt" sz="half" idx="10"/>
          </p:nvPr>
        </p:nvSpPr>
        <p:spPr/>
        <p:txBody>
          <a:bodyPr/>
          <a:lstStyle/>
          <a:p>
            <a:fld id="{2E7489E2-24D5-4E87-8DBE-89F167604D51}" type="datetimeFigureOut">
              <a:rPr kumimoji="1" lang="ja-JP" altLang="en-US" smtClean="0"/>
              <a:t>2026/9/15</a:t>
            </a:fld>
            <a:endParaRPr kumimoji="1" lang="ja-JP" altLang="en-US"/>
          </a:p>
        </p:txBody>
      </p:sp>
      <p:sp>
        <p:nvSpPr>
          <p:cNvPr id="6" name="フッター プレースホルダー 5">
            <a:extLst>
              <a:ext uri="{FF2B5EF4-FFF2-40B4-BE49-F238E27FC236}">
                <a16:creationId xmlns:a16="http://schemas.microsoft.com/office/drawing/2014/main" id="{0B2D8DF9-50BE-1FFC-4B21-753E42ABD7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762665E-E7CE-D675-2B2C-20C5A55F7FC3}"/>
              </a:ext>
            </a:extLst>
          </p:cNvPr>
          <p:cNvSpPr>
            <a:spLocks noGrp="1"/>
          </p:cNvSpPr>
          <p:nvPr>
            <p:ph type="sldNum" sz="quarter" idx="12"/>
          </p:nvPr>
        </p:nvSpPr>
        <p:spPr/>
        <p:txBody>
          <a:bodyPr/>
          <a:lstStyle/>
          <a:p>
            <a:fld id="{23E62E21-B8DB-4DAC-8AD8-B865D18EB8DF}" type="slidenum">
              <a:rPr kumimoji="1" lang="ja-JP" altLang="en-US" smtClean="0"/>
              <a:t>‹#›</a:t>
            </a:fld>
            <a:endParaRPr kumimoji="1" lang="ja-JP" altLang="en-US"/>
          </a:p>
        </p:txBody>
      </p:sp>
    </p:spTree>
    <p:extLst>
      <p:ext uri="{BB962C8B-B14F-4D97-AF65-F5344CB8AC3E}">
        <p14:creationId xmlns:p14="http://schemas.microsoft.com/office/powerpoint/2010/main" val="7198086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C49566C-7B2F-3F9E-ECE3-ADDBB9A98C8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5F50E63-EC5D-A0DD-13C8-3C2FDDB3BA2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6CDC6983-EFBA-9B47-6FBA-09A728389BD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0FC77CF-5774-792F-0992-82EC5CACC94F}"/>
              </a:ext>
            </a:extLst>
          </p:cNvPr>
          <p:cNvSpPr>
            <a:spLocks noGrp="1"/>
          </p:cNvSpPr>
          <p:nvPr>
            <p:ph type="dt" sz="half" idx="10"/>
          </p:nvPr>
        </p:nvSpPr>
        <p:spPr/>
        <p:txBody>
          <a:bodyPr/>
          <a:lstStyle/>
          <a:p>
            <a:fld id="{2E7489E2-24D5-4E87-8DBE-89F167604D51}" type="datetimeFigureOut">
              <a:rPr kumimoji="1" lang="ja-JP" altLang="en-US" smtClean="0"/>
              <a:t>2026/9/15</a:t>
            </a:fld>
            <a:endParaRPr kumimoji="1" lang="ja-JP" altLang="en-US"/>
          </a:p>
        </p:txBody>
      </p:sp>
      <p:sp>
        <p:nvSpPr>
          <p:cNvPr id="6" name="フッター プレースホルダー 5">
            <a:extLst>
              <a:ext uri="{FF2B5EF4-FFF2-40B4-BE49-F238E27FC236}">
                <a16:creationId xmlns:a16="http://schemas.microsoft.com/office/drawing/2014/main" id="{E8C9E56D-9657-BA24-5013-C8B64B66E3A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536EDB70-A35C-458F-8847-7191F216C84F}"/>
              </a:ext>
            </a:extLst>
          </p:cNvPr>
          <p:cNvSpPr>
            <a:spLocks noGrp="1"/>
          </p:cNvSpPr>
          <p:nvPr>
            <p:ph type="sldNum" sz="quarter" idx="12"/>
          </p:nvPr>
        </p:nvSpPr>
        <p:spPr/>
        <p:txBody>
          <a:bodyPr/>
          <a:lstStyle/>
          <a:p>
            <a:fld id="{23E62E21-B8DB-4DAC-8AD8-B865D18EB8DF}" type="slidenum">
              <a:rPr kumimoji="1" lang="ja-JP" altLang="en-US" smtClean="0"/>
              <a:t>‹#›</a:t>
            </a:fld>
            <a:endParaRPr kumimoji="1" lang="ja-JP" altLang="en-US"/>
          </a:p>
        </p:txBody>
      </p:sp>
    </p:spTree>
    <p:extLst>
      <p:ext uri="{BB962C8B-B14F-4D97-AF65-F5344CB8AC3E}">
        <p14:creationId xmlns:p14="http://schemas.microsoft.com/office/powerpoint/2010/main" val="38602279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53C44D7-AC87-BCD9-B570-6D5216C25C4B}"/>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C55A7872-B53C-B938-BD9E-6202369A98D6}"/>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06A304-899D-E9EF-9702-566EBBD04D27}"/>
              </a:ext>
            </a:extLst>
          </p:cNvPr>
          <p:cNvSpPr>
            <a:spLocks noGrp="1"/>
          </p:cNvSpPr>
          <p:nvPr>
            <p:ph type="dt" sz="half" idx="10"/>
          </p:nvPr>
        </p:nvSpPr>
        <p:spPr/>
        <p:txBody>
          <a:bodyPr/>
          <a:lstStyle/>
          <a:p>
            <a:fld id="{2E7489E2-24D5-4E87-8DBE-89F167604D51}" type="datetimeFigureOut">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BB51D447-EF1C-8859-81A1-EDDE7191C19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40595D5-FC7F-3CB6-B929-82329B00F8F3}"/>
              </a:ext>
            </a:extLst>
          </p:cNvPr>
          <p:cNvSpPr>
            <a:spLocks noGrp="1"/>
          </p:cNvSpPr>
          <p:nvPr>
            <p:ph type="sldNum" sz="quarter" idx="12"/>
          </p:nvPr>
        </p:nvSpPr>
        <p:spPr/>
        <p:txBody>
          <a:bodyPr/>
          <a:lstStyle/>
          <a:p>
            <a:fld id="{23E62E21-B8DB-4DAC-8AD8-B865D18EB8DF}" type="slidenum">
              <a:rPr kumimoji="1" lang="ja-JP" altLang="en-US" smtClean="0"/>
              <a:t>‹#›</a:t>
            </a:fld>
            <a:endParaRPr kumimoji="1" lang="ja-JP" altLang="en-US"/>
          </a:p>
        </p:txBody>
      </p:sp>
    </p:spTree>
    <p:extLst>
      <p:ext uri="{BB962C8B-B14F-4D97-AF65-F5344CB8AC3E}">
        <p14:creationId xmlns:p14="http://schemas.microsoft.com/office/powerpoint/2010/main" val="2459176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CF8E1FBB-9B29-1079-4202-6015594B9455}"/>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A15B2824-D525-04AB-F1A3-EFC3F1F892EB}"/>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13806BB-FD3E-FDF5-E0BC-1C94E1715BE7}"/>
              </a:ext>
            </a:extLst>
          </p:cNvPr>
          <p:cNvSpPr>
            <a:spLocks noGrp="1"/>
          </p:cNvSpPr>
          <p:nvPr>
            <p:ph type="dt" sz="half" idx="10"/>
          </p:nvPr>
        </p:nvSpPr>
        <p:spPr/>
        <p:txBody>
          <a:bodyPr/>
          <a:lstStyle/>
          <a:p>
            <a:fld id="{2E7489E2-24D5-4E87-8DBE-89F167604D51}" type="datetimeFigureOut">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873E45EF-3F9D-6803-F97E-92CB7EDF517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4AB9CEB-7B8D-580F-376E-F934225DA367}"/>
              </a:ext>
            </a:extLst>
          </p:cNvPr>
          <p:cNvSpPr>
            <a:spLocks noGrp="1"/>
          </p:cNvSpPr>
          <p:nvPr>
            <p:ph type="sldNum" sz="quarter" idx="12"/>
          </p:nvPr>
        </p:nvSpPr>
        <p:spPr/>
        <p:txBody>
          <a:bodyPr/>
          <a:lstStyle/>
          <a:p>
            <a:fld id="{23E62E21-B8DB-4DAC-8AD8-B865D18EB8DF}" type="slidenum">
              <a:rPr kumimoji="1" lang="ja-JP" altLang="en-US" smtClean="0"/>
              <a:t>‹#›</a:t>
            </a:fld>
            <a:endParaRPr kumimoji="1" lang="ja-JP" altLang="en-US"/>
          </a:p>
        </p:txBody>
      </p:sp>
    </p:spTree>
    <p:extLst>
      <p:ext uri="{BB962C8B-B14F-4D97-AF65-F5344CB8AC3E}">
        <p14:creationId xmlns:p14="http://schemas.microsoft.com/office/powerpoint/2010/main" val="22562814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F94633-CC5A-E89C-64E0-0F05333BB5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141EAE7-2161-B037-E636-1ACFEBD3AB4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565386E-1AAE-E18F-4F00-7ECD7337D76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E7489E2-24D5-4E87-8DBE-89F167604D51}" type="datetimeFigureOut">
              <a:rPr kumimoji="1" lang="ja-JP" altLang="en-US" smtClean="0"/>
              <a:t>2026/9/15</a:t>
            </a:fld>
            <a:endParaRPr kumimoji="1" lang="ja-JP" altLang="en-US"/>
          </a:p>
        </p:txBody>
      </p:sp>
      <p:sp>
        <p:nvSpPr>
          <p:cNvPr id="5" name="フッター プレースホルダー 4">
            <a:extLst>
              <a:ext uri="{FF2B5EF4-FFF2-40B4-BE49-F238E27FC236}">
                <a16:creationId xmlns:a16="http://schemas.microsoft.com/office/drawing/2014/main" id="{C7A3B2EE-DD6E-AE53-046B-B99851EFA9D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12C0D7D-AF18-9C5B-C5E9-1193F385A19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3E62E21-B8DB-4DAC-8AD8-B865D18EB8DF}" type="slidenum">
              <a:rPr kumimoji="1" lang="ja-JP" altLang="en-US" smtClean="0"/>
              <a:t>‹#›</a:t>
            </a:fld>
            <a:endParaRPr kumimoji="1" lang="ja-JP" altLang="en-US"/>
          </a:p>
        </p:txBody>
      </p:sp>
    </p:spTree>
    <p:extLst>
      <p:ext uri="{BB962C8B-B14F-4D97-AF65-F5344CB8AC3E}">
        <p14:creationId xmlns:p14="http://schemas.microsoft.com/office/powerpoint/2010/main" val="31681786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7F692E-A8C0-595C-8923-D19112221D1E}"/>
              </a:ext>
            </a:extLst>
          </p:cNvPr>
          <p:cNvSpPr>
            <a:spLocks noGrp="1"/>
          </p:cNvSpPr>
          <p:nvPr>
            <p:ph type="ctrTitle"/>
          </p:nvPr>
        </p:nvSpPr>
        <p:spPr>
          <a:xfrm>
            <a:off x="255987" y="482025"/>
            <a:ext cx="10056413" cy="775856"/>
          </a:xfrm>
        </p:spPr>
        <p:txBody>
          <a:bodyPr>
            <a:normAutofit/>
          </a:bodyPr>
          <a:lstStyle/>
          <a:p>
            <a:r>
              <a:rPr kumimoji="1" lang="en-US" altLang="ja-JP" sz="4800" b="1" dirty="0"/>
              <a:t>Sewer Escape</a:t>
            </a:r>
            <a:r>
              <a:rPr kumimoji="1" lang="ja-JP" altLang="en-US" sz="4800" b="1" dirty="0"/>
              <a:t>（下水道からの脱出）</a:t>
            </a:r>
          </a:p>
        </p:txBody>
      </p:sp>
      <p:sp>
        <p:nvSpPr>
          <p:cNvPr id="3" name="字幕 2">
            <a:extLst>
              <a:ext uri="{FF2B5EF4-FFF2-40B4-BE49-F238E27FC236}">
                <a16:creationId xmlns:a16="http://schemas.microsoft.com/office/drawing/2014/main" id="{6EE4D1C5-638D-6B51-F78A-414019393033}"/>
              </a:ext>
            </a:extLst>
          </p:cNvPr>
          <p:cNvSpPr>
            <a:spLocks noGrp="1"/>
          </p:cNvSpPr>
          <p:nvPr>
            <p:ph type="subTitle" idx="1"/>
          </p:nvPr>
        </p:nvSpPr>
        <p:spPr>
          <a:xfrm>
            <a:off x="263907" y="2065909"/>
            <a:ext cx="5028529" cy="1286891"/>
          </a:xfrm>
        </p:spPr>
        <p:txBody>
          <a:bodyPr>
            <a:normAutofit/>
          </a:bodyPr>
          <a:lstStyle/>
          <a:p>
            <a:pPr algn="l"/>
            <a:r>
              <a:rPr lang="ja-JP" altLang="en-US" sz="3600" b="1" dirty="0"/>
              <a:t>プラットフォーム</a:t>
            </a:r>
            <a:r>
              <a:rPr lang="ja-JP" altLang="en-US" sz="3600" dirty="0"/>
              <a:t>：</a:t>
            </a:r>
            <a:r>
              <a:rPr lang="en-US" altLang="ja-JP" sz="3600" dirty="0"/>
              <a:t>PC</a:t>
            </a:r>
          </a:p>
          <a:p>
            <a:pPr algn="l"/>
            <a:r>
              <a:rPr lang="ja-JP" altLang="en-US" sz="3600" b="1" dirty="0"/>
              <a:t>使用エンジン：</a:t>
            </a:r>
            <a:r>
              <a:rPr lang="en-US" altLang="ja-JP" sz="3600" dirty="0"/>
              <a:t>Unity</a:t>
            </a:r>
          </a:p>
          <a:p>
            <a:pPr algn="l"/>
            <a:endParaRPr lang="en-US" altLang="ja-JP" sz="3600" dirty="0"/>
          </a:p>
          <a:p>
            <a:pPr algn="l"/>
            <a:endParaRPr lang="ja-JP" altLang="en-US" sz="3600" dirty="0"/>
          </a:p>
          <a:p>
            <a:pPr algn="l"/>
            <a:endParaRPr lang="en-US" altLang="ja-JP" sz="3500" dirty="0"/>
          </a:p>
          <a:p>
            <a:pPr algn="l"/>
            <a:endParaRPr lang="en-US" altLang="ja-JP" sz="3500" dirty="0"/>
          </a:p>
        </p:txBody>
      </p:sp>
      <p:pic>
        <p:nvPicPr>
          <p:cNvPr id="4" name="図 3" descr="Dark Deception">
            <a:extLst>
              <a:ext uri="{FF2B5EF4-FFF2-40B4-BE49-F238E27FC236}">
                <a16:creationId xmlns:a16="http://schemas.microsoft.com/office/drawing/2014/main" id="{477BFCAC-6219-E91F-8EC4-2EE7ED2D11B9}"/>
              </a:ext>
            </a:extLst>
          </p:cNvPr>
          <p:cNvPicPr>
            <a:picLocks noChangeAspect="1"/>
          </p:cNvPicPr>
          <p:nvPr/>
        </p:nvPicPr>
        <p:blipFill>
          <a:blip r:embed="rId2"/>
          <a:stretch>
            <a:fillRect/>
          </a:stretch>
        </p:blipFill>
        <p:spPr>
          <a:xfrm>
            <a:off x="5557576" y="2419927"/>
            <a:ext cx="6549495" cy="3684092"/>
          </a:xfrm>
          <a:prstGeom prst="rect">
            <a:avLst/>
          </a:prstGeom>
        </p:spPr>
      </p:pic>
      <p:sp>
        <p:nvSpPr>
          <p:cNvPr id="6" name="テキスト ボックス 5">
            <a:extLst>
              <a:ext uri="{FF2B5EF4-FFF2-40B4-BE49-F238E27FC236}">
                <a16:creationId xmlns:a16="http://schemas.microsoft.com/office/drawing/2014/main" id="{8D4327FF-5B84-EF43-33A6-D212C351FA73}"/>
              </a:ext>
            </a:extLst>
          </p:cNvPr>
          <p:cNvSpPr txBox="1"/>
          <p:nvPr/>
        </p:nvSpPr>
        <p:spPr>
          <a:xfrm>
            <a:off x="263907" y="1273422"/>
            <a:ext cx="10949709" cy="646331"/>
          </a:xfrm>
          <a:prstGeom prst="rect">
            <a:avLst/>
          </a:prstGeom>
          <a:noFill/>
        </p:spPr>
        <p:txBody>
          <a:bodyPr wrap="square" rtlCol="0">
            <a:spAutoFit/>
          </a:bodyPr>
          <a:lstStyle/>
          <a:p>
            <a:r>
              <a:rPr lang="ja-JP" altLang="en-US" sz="3600" b="1" dirty="0"/>
              <a:t>ジャンル</a:t>
            </a:r>
            <a:r>
              <a:rPr lang="ja-JP" altLang="en-US" sz="3600" dirty="0"/>
              <a:t>：</a:t>
            </a:r>
            <a:r>
              <a:rPr lang="en-US" altLang="ja-JP" sz="3600" dirty="0"/>
              <a:t>3D</a:t>
            </a:r>
            <a:r>
              <a:rPr lang="ja-JP" altLang="en-US" sz="3600" dirty="0"/>
              <a:t>ホラー</a:t>
            </a:r>
            <a:r>
              <a:rPr lang="en-US" altLang="ja-JP" sz="3600" dirty="0"/>
              <a:t>		</a:t>
            </a:r>
            <a:r>
              <a:rPr lang="ja-JP" altLang="en-US" sz="3600" b="1" dirty="0"/>
              <a:t>プレイ人数 </a:t>
            </a:r>
            <a:r>
              <a:rPr lang="en-US" altLang="ja-JP" sz="3600" dirty="0"/>
              <a:t>:</a:t>
            </a:r>
            <a:r>
              <a:rPr lang="en-US" altLang="ja-JP" sz="3600" b="1" dirty="0"/>
              <a:t> </a:t>
            </a:r>
            <a:r>
              <a:rPr lang="en-US" altLang="ja-JP" sz="3600" dirty="0"/>
              <a:t>1</a:t>
            </a:r>
            <a:r>
              <a:rPr lang="ja-JP" altLang="en-US" sz="3600" dirty="0"/>
              <a:t>人</a:t>
            </a:r>
            <a:r>
              <a:rPr lang="en-US" altLang="ja-JP" sz="3600" b="1" dirty="0"/>
              <a:t> </a:t>
            </a:r>
          </a:p>
        </p:txBody>
      </p:sp>
      <p:sp>
        <p:nvSpPr>
          <p:cNvPr id="7" name="テキスト ボックス 6">
            <a:extLst>
              <a:ext uri="{FF2B5EF4-FFF2-40B4-BE49-F238E27FC236}">
                <a16:creationId xmlns:a16="http://schemas.microsoft.com/office/drawing/2014/main" id="{E959ADCA-7256-EBC5-2C2A-941B7F084930}"/>
              </a:ext>
            </a:extLst>
          </p:cNvPr>
          <p:cNvSpPr txBox="1"/>
          <p:nvPr/>
        </p:nvSpPr>
        <p:spPr>
          <a:xfrm>
            <a:off x="8238836" y="6177685"/>
            <a:ext cx="3953164" cy="584775"/>
          </a:xfrm>
          <a:prstGeom prst="rect">
            <a:avLst/>
          </a:prstGeom>
          <a:noFill/>
        </p:spPr>
        <p:txBody>
          <a:bodyPr wrap="square" rtlCol="0">
            <a:spAutoFit/>
          </a:bodyPr>
          <a:lstStyle/>
          <a:p>
            <a:r>
              <a:rPr kumimoji="1" lang="en-US" altLang="ja-JP" sz="3200" dirty="0" err="1"/>
              <a:t>DarkDeception</a:t>
            </a:r>
            <a:r>
              <a:rPr kumimoji="1" lang="ja-JP" altLang="en-US" sz="3200" dirty="0"/>
              <a:t>参考</a:t>
            </a:r>
          </a:p>
        </p:txBody>
      </p:sp>
      <p:sp>
        <p:nvSpPr>
          <p:cNvPr id="5" name="テキスト ボックス 4">
            <a:extLst>
              <a:ext uri="{FF2B5EF4-FFF2-40B4-BE49-F238E27FC236}">
                <a16:creationId xmlns:a16="http://schemas.microsoft.com/office/drawing/2014/main" id="{55356D1A-B60D-EC41-FEDB-1CB986CAC163}"/>
              </a:ext>
            </a:extLst>
          </p:cNvPr>
          <p:cNvSpPr txBox="1"/>
          <p:nvPr/>
        </p:nvSpPr>
        <p:spPr>
          <a:xfrm>
            <a:off x="701964" y="81915"/>
            <a:ext cx="3703782" cy="523220"/>
          </a:xfrm>
          <a:prstGeom prst="rect">
            <a:avLst/>
          </a:prstGeom>
          <a:noFill/>
        </p:spPr>
        <p:txBody>
          <a:bodyPr wrap="square" rtlCol="0">
            <a:spAutoFit/>
          </a:bodyPr>
          <a:lstStyle/>
          <a:p>
            <a:r>
              <a:rPr kumimoji="1" lang="ja-JP" altLang="en-US" sz="2800" dirty="0"/>
              <a:t>スワー     エスケープ</a:t>
            </a:r>
          </a:p>
        </p:txBody>
      </p:sp>
      <p:sp>
        <p:nvSpPr>
          <p:cNvPr id="11" name="字幕 2">
            <a:extLst>
              <a:ext uri="{FF2B5EF4-FFF2-40B4-BE49-F238E27FC236}">
                <a16:creationId xmlns:a16="http://schemas.microsoft.com/office/drawing/2014/main" id="{058D9BFA-3589-4643-A037-63C9D08997AC}"/>
              </a:ext>
            </a:extLst>
          </p:cNvPr>
          <p:cNvSpPr txBox="1">
            <a:spLocks/>
          </p:cNvSpPr>
          <p:nvPr/>
        </p:nvSpPr>
        <p:spPr>
          <a:xfrm>
            <a:off x="263907" y="3560326"/>
            <a:ext cx="3953164" cy="2824885"/>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kumimoji="1"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kumimoji="1"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kumimoji="1"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9pPr>
          </a:lstStyle>
          <a:p>
            <a:pPr algn="l"/>
            <a:r>
              <a:rPr lang="ja-JP" altLang="en-US" sz="3600" b="1" dirty="0"/>
              <a:t>チーム名</a:t>
            </a:r>
            <a:r>
              <a:rPr lang="ja-JP" altLang="en-US" sz="3600" dirty="0"/>
              <a:t>：メガネ</a:t>
            </a:r>
            <a:endParaRPr lang="en-US" altLang="ja-JP" sz="3600" dirty="0"/>
          </a:p>
          <a:p>
            <a:pPr algn="l"/>
            <a:r>
              <a:rPr lang="ja-JP" altLang="en-US" sz="2800" b="1" dirty="0"/>
              <a:t>メンバー</a:t>
            </a:r>
            <a:endParaRPr lang="en-US" altLang="ja-JP" sz="3600" b="1" dirty="0"/>
          </a:p>
          <a:p>
            <a:pPr algn="l"/>
            <a:r>
              <a:rPr lang="ja-JP" altLang="en-US" dirty="0"/>
              <a:t>船迫　由雅</a:t>
            </a:r>
            <a:endParaRPr lang="en-US" altLang="ja-JP" dirty="0"/>
          </a:p>
          <a:p>
            <a:pPr algn="l"/>
            <a:r>
              <a:rPr lang="ja-JP" altLang="en-US" sz="2000" dirty="0"/>
              <a:t>武部　伝</a:t>
            </a:r>
            <a:endParaRPr lang="en-US" altLang="ja-JP" sz="2000" dirty="0"/>
          </a:p>
          <a:p>
            <a:pPr algn="l"/>
            <a:r>
              <a:rPr lang="ja-JP" altLang="en-US" sz="2000" dirty="0"/>
              <a:t>寺尾　彪翔</a:t>
            </a:r>
            <a:endParaRPr lang="en-US" altLang="ja-JP" sz="2000" dirty="0"/>
          </a:p>
          <a:p>
            <a:pPr algn="l"/>
            <a:r>
              <a:rPr lang="ja-JP" altLang="en-US" sz="2000" dirty="0"/>
              <a:t>野田　蒼磨</a:t>
            </a:r>
            <a:endParaRPr lang="en-US" altLang="ja-JP" sz="2000" dirty="0"/>
          </a:p>
          <a:p>
            <a:pPr algn="l"/>
            <a:endParaRPr lang="ja-JP" altLang="en-US" sz="3600" dirty="0"/>
          </a:p>
          <a:p>
            <a:pPr algn="l"/>
            <a:endParaRPr lang="en-US" altLang="ja-JP" sz="3500" dirty="0"/>
          </a:p>
          <a:p>
            <a:pPr algn="l"/>
            <a:endParaRPr lang="en-US" altLang="ja-JP" sz="3500" dirty="0"/>
          </a:p>
        </p:txBody>
      </p:sp>
    </p:spTree>
    <p:extLst>
      <p:ext uri="{BB962C8B-B14F-4D97-AF65-F5344CB8AC3E}">
        <p14:creationId xmlns:p14="http://schemas.microsoft.com/office/powerpoint/2010/main" val="19207412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D387F0FE-0469-E134-B88A-3CF989EA03A1}"/>
              </a:ext>
            </a:extLst>
          </p:cNvPr>
          <p:cNvSpPr>
            <a:spLocks noGrp="1"/>
          </p:cNvSpPr>
          <p:nvPr>
            <p:ph idx="1"/>
          </p:nvPr>
        </p:nvSpPr>
        <p:spPr>
          <a:xfrm>
            <a:off x="1237672" y="2515734"/>
            <a:ext cx="10067637" cy="1400484"/>
          </a:xfrm>
        </p:spPr>
        <p:txBody>
          <a:bodyPr>
            <a:normAutofit/>
          </a:bodyPr>
          <a:lstStyle/>
          <a:p>
            <a:pPr marL="0" indent="0" algn="ctr">
              <a:lnSpc>
                <a:spcPct val="110000"/>
              </a:lnSpc>
              <a:buNone/>
            </a:pPr>
            <a:r>
              <a:rPr lang="ja-JP" altLang="en-US" sz="7200" b="1" dirty="0"/>
              <a:t>コンセプト</a:t>
            </a:r>
            <a:r>
              <a:rPr lang="en-US" altLang="ja-JP" sz="7200" dirty="0"/>
              <a:t>:</a:t>
            </a:r>
            <a:r>
              <a:rPr lang="ja-JP" altLang="en-US" sz="7200" dirty="0"/>
              <a:t>「</a:t>
            </a:r>
            <a:r>
              <a:rPr lang="ja-JP" altLang="en-US" sz="7200" b="1" dirty="0">
                <a:solidFill>
                  <a:srgbClr val="FF0000"/>
                </a:solidFill>
              </a:rPr>
              <a:t>逃げる</a:t>
            </a:r>
            <a:r>
              <a:rPr lang="ja-JP" altLang="en-US" sz="7200" dirty="0"/>
              <a:t>」</a:t>
            </a:r>
            <a:endParaRPr lang="en-US" altLang="ja-JP" sz="5400" dirty="0"/>
          </a:p>
          <a:p>
            <a:pPr algn="ctr">
              <a:lnSpc>
                <a:spcPct val="110000"/>
              </a:lnSpc>
            </a:pPr>
            <a:endParaRPr lang="en-US" altLang="ja-JP" sz="1600" b="1" dirty="0"/>
          </a:p>
        </p:txBody>
      </p:sp>
    </p:spTree>
    <p:extLst>
      <p:ext uri="{BB962C8B-B14F-4D97-AF65-F5344CB8AC3E}">
        <p14:creationId xmlns:p14="http://schemas.microsoft.com/office/powerpoint/2010/main" val="18786381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7EBBA3DB-0A0B-2F51-C722-A994A95B4E19}"/>
              </a:ext>
            </a:extLst>
          </p:cNvPr>
          <p:cNvSpPr>
            <a:spLocks noGrp="1"/>
          </p:cNvSpPr>
          <p:nvPr>
            <p:ph idx="1"/>
          </p:nvPr>
        </p:nvSpPr>
        <p:spPr>
          <a:xfrm>
            <a:off x="921325" y="560244"/>
            <a:ext cx="10947402" cy="2349211"/>
          </a:xfrm>
        </p:spPr>
        <p:txBody>
          <a:bodyPr>
            <a:normAutofit fontScale="85000" lnSpcReduction="20000"/>
          </a:bodyPr>
          <a:lstStyle/>
          <a:p>
            <a:pPr marL="0" indent="0">
              <a:buNone/>
            </a:pPr>
            <a:r>
              <a:rPr lang="ja-JP" altLang="en-US" sz="5600" b="1" dirty="0"/>
              <a:t>ターゲット</a:t>
            </a:r>
            <a:r>
              <a:rPr lang="en-US" altLang="ja-JP" sz="5600" dirty="0"/>
              <a:t>: </a:t>
            </a:r>
            <a:r>
              <a:rPr lang="en-US" altLang="ja-JP" sz="5600" dirty="0" err="1"/>
              <a:t>DarkDeception</a:t>
            </a:r>
            <a:r>
              <a:rPr lang="ja-JP" altLang="en-US" sz="5600" dirty="0"/>
              <a:t>を</a:t>
            </a:r>
            <a:endParaRPr lang="en-US" altLang="ja-JP" sz="5600" dirty="0"/>
          </a:p>
          <a:p>
            <a:pPr marL="0" indent="0">
              <a:buNone/>
            </a:pPr>
            <a:r>
              <a:rPr lang="en-US" altLang="ja-JP" sz="5600" dirty="0"/>
              <a:t>	   </a:t>
            </a:r>
            <a:r>
              <a:rPr lang="ja-JP" altLang="en-US" sz="5600" dirty="0"/>
              <a:t>プレイしたことがある人</a:t>
            </a:r>
            <a:endParaRPr lang="en-US" altLang="ja-JP" sz="5600" dirty="0"/>
          </a:p>
          <a:p>
            <a:pPr marL="0" indent="0">
              <a:buNone/>
            </a:pPr>
            <a:r>
              <a:rPr lang="en-US" altLang="ja-JP" sz="3800" dirty="0"/>
              <a:t>(</a:t>
            </a:r>
            <a:r>
              <a:rPr lang="ja-JP" altLang="en-US" sz="3800" dirty="0"/>
              <a:t>販売本数を</a:t>
            </a:r>
            <a:r>
              <a:rPr lang="en-US" altLang="ja-JP" sz="3800" dirty="0"/>
              <a:t>AI</a:t>
            </a:r>
            <a:r>
              <a:rPr lang="ja-JP" altLang="en-US" sz="3800" dirty="0"/>
              <a:t>で概算した結果、推定</a:t>
            </a:r>
            <a:r>
              <a:rPr lang="en-US" altLang="ja-JP" sz="3800" dirty="0"/>
              <a:t>80</a:t>
            </a:r>
            <a:r>
              <a:rPr lang="ja-JP" altLang="en-US" sz="3800" dirty="0"/>
              <a:t>万人と判明。</a:t>
            </a:r>
            <a:endParaRPr lang="en-US" altLang="ja-JP" sz="3800" dirty="0"/>
          </a:p>
          <a:p>
            <a:pPr marL="0" indent="0">
              <a:buNone/>
            </a:pPr>
            <a:r>
              <a:rPr lang="ja-JP" altLang="en-US" sz="3800" dirty="0"/>
              <a:t>そのためその半分未満とし約</a:t>
            </a:r>
            <a:r>
              <a:rPr lang="en-US" altLang="ja-JP" sz="3800" dirty="0"/>
              <a:t>30</a:t>
            </a:r>
            <a:r>
              <a:rPr lang="ja-JP" altLang="en-US" sz="3800" dirty="0"/>
              <a:t>万人をターゲットとする</a:t>
            </a:r>
            <a:r>
              <a:rPr lang="en-US" altLang="ja-JP" sz="3800" dirty="0"/>
              <a:t>)</a:t>
            </a:r>
          </a:p>
          <a:p>
            <a:pPr lvl="3"/>
            <a:endParaRPr kumimoji="1" lang="ja-JP" altLang="en-US" dirty="0"/>
          </a:p>
        </p:txBody>
      </p:sp>
      <p:pic>
        <p:nvPicPr>
          <p:cNvPr id="5" name="図 4">
            <a:extLst>
              <a:ext uri="{FF2B5EF4-FFF2-40B4-BE49-F238E27FC236}">
                <a16:creationId xmlns:a16="http://schemas.microsoft.com/office/drawing/2014/main" id="{8C4E084F-5B25-6674-FECF-277F0773598E}"/>
              </a:ext>
            </a:extLst>
          </p:cNvPr>
          <p:cNvPicPr>
            <a:picLocks noChangeAspect="1"/>
          </p:cNvPicPr>
          <p:nvPr/>
        </p:nvPicPr>
        <p:blipFill>
          <a:blip r:embed="rId2"/>
          <a:stretch>
            <a:fillRect/>
          </a:stretch>
        </p:blipFill>
        <p:spPr>
          <a:xfrm>
            <a:off x="3008670" y="2909455"/>
            <a:ext cx="6174659" cy="3164610"/>
          </a:xfrm>
          <a:prstGeom prst="rect">
            <a:avLst/>
          </a:prstGeom>
        </p:spPr>
      </p:pic>
    </p:spTree>
    <p:extLst>
      <p:ext uri="{BB962C8B-B14F-4D97-AF65-F5344CB8AC3E}">
        <p14:creationId xmlns:p14="http://schemas.microsoft.com/office/powerpoint/2010/main" val="42485694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4889A58-1010-D491-4103-B01FDACBA81C}"/>
              </a:ext>
            </a:extLst>
          </p:cNvPr>
          <p:cNvSpPr>
            <a:spLocks noGrp="1"/>
          </p:cNvSpPr>
          <p:nvPr>
            <p:ph idx="1"/>
          </p:nvPr>
        </p:nvSpPr>
        <p:spPr>
          <a:xfrm>
            <a:off x="471055" y="175491"/>
            <a:ext cx="11490036" cy="6465454"/>
          </a:xfrm>
        </p:spPr>
        <p:txBody>
          <a:bodyPr>
            <a:normAutofit lnSpcReduction="10000"/>
          </a:bodyPr>
          <a:lstStyle/>
          <a:p>
            <a:pPr marL="0" indent="0">
              <a:buNone/>
            </a:pPr>
            <a:r>
              <a:rPr lang="ja-JP" altLang="en-US" sz="4000" b="1" dirty="0"/>
              <a:t>ゲーム概要</a:t>
            </a:r>
            <a:endParaRPr lang="en-US" altLang="ja-JP" sz="4000" b="1" dirty="0"/>
          </a:p>
          <a:p>
            <a:r>
              <a:rPr lang="ja-JP" altLang="en-US" dirty="0"/>
              <a:t>ゲームスタートしたらロビー</a:t>
            </a:r>
            <a:r>
              <a:rPr lang="en-US" altLang="ja-JP" dirty="0"/>
              <a:t>(</a:t>
            </a:r>
            <a:r>
              <a:rPr lang="ja-JP" altLang="en-US" dirty="0"/>
              <a:t>初期地点</a:t>
            </a:r>
            <a:r>
              <a:rPr lang="en-US" altLang="ja-JP" dirty="0"/>
              <a:t>)</a:t>
            </a:r>
            <a:r>
              <a:rPr lang="ja-JP" altLang="en-US" dirty="0"/>
              <a:t>からスポーンする</a:t>
            </a:r>
            <a:endParaRPr lang="en-US" altLang="ja-JP" dirty="0"/>
          </a:p>
          <a:p>
            <a:r>
              <a:rPr lang="ja-JP" altLang="en-US" dirty="0"/>
              <a:t>プレイヤーを操作して鍵のかけらを集めて脱出する</a:t>
            </a:r>
            <a:r>
              <a:rPr lang="en-US" altLang="ja-JP" dirty="0"/>
              <a:t>(</a:t>
            </a:r>
            <a:r>
              <a:rPr lang="ja-JP" altLang="en-US" dirty="0"/>
              <a:t>かけらを全部集めるとロビーが脱出口になって脱出可能になる</a:t>
            </a:r>
            <a:r>
              <a:rPr lang="en-US" altLang="ja-JP" dirty="0"/>
              <a:t>)</a:t>
            </a:r>
          </a:p>
          <a:p>
            <a:r>
              <a:rPr lang="ja-JP" altLang="en-US" dirty="0"/>
              <a:t>かけら数と残機数は常に画面内に表示</a:t>
            </a:r>
          </a:p>
          <a:p>
            <a:r>
              <a:rPr lang="ja-JP" altLang="en-US" dirty="0"/>
              <a:t>後半になるにつれて難易度が上がる</a:t>
            </a:r>
            <a:r>
              <a:rPr lang="en-US" altLang="ja-JP" dirty="0"/>
              <a:t>(</a:t>
            </a:r>
            <a:r>
              <a:rPr lang="ja-JP" altLang="en-US" dirty="0"/>
              <a:t>かけら取得数に応じて敵の数が増える</a:t>
            </a:r>
            <a:r>
              <a:rPr lang="en-US" altLang="ja-JP" dirty="0"/>
              <a:t>)</a:t>
            </a:r>
          </a:p>
          <a:p>
            <a:r>
              <a:rPr lang="ja-JP" altLang="en-US" dirty="0"/>
              <a:t>敵はマップ内を徘徊してプレイヤーに近づいたときにプレイヤーを追従する</a:t>
            </a:r>
            <a:endParaRPr lang="en-US" altLang="ja-JP" dirty="0"/>
          </a:p>
          <a:p>
            <a:r>
              <a:rPr lang="ja-JP" altLang="en-US" dirty="0"/>
              <a:t>追従は索敵範囲外に出たら徘徊状態に戻る</a:t>
            </a:r>
            <a:endParaRPr lang="en-US" altLang="ja-JP" dirty="0"/>
          </a:p>
          <a:p>
            <a:r>
              <a:rPr lang="ja-JP" altLang="en-US" dirty="0"/>
              <a:t>敵につかまると初期地点に戻されて残機が減りかけら数が引き継がれる</a:t>
            </a:r>
            <a:endParaRPr lang="en-US" altLang="ja-JP" dirty="0"/>
          </a:p>
          <a:p>
            <a:r>
              <a:rPr lang="ja-JP" altLang="en-US" dirty="0"/>
              <a:t>残機が</a:t>
            </a:r>
            <a:r>
              <a:rPr lang="en-US" altLang="ja-JP" dirty="0"/>
              <a:t>0</a:t>
            </a:r>
            <a:r>
              <a:rPr lang="ja-JP" altLang="en-US" dirty="0"/>
              <a:t>になるとゲームオーバー</a:t>
            </a:r>
            <a:endParaRPr lang="en-US" altLang="ja-JP" dirty="0"/>
          </a:p>
          <a:p>
            <a:r>
              <a:rPr lang="ja-JP" altLang="en-US" dirty="0"/>
              <a:t>コントローラー</a:t>
            </a:r>
            <a:r>
              <a:rPr lang="en-US" altLang="ja-JP" dirty="0"/>
              <a:t>(</a:t>
            </a:r>
            <a:r>
              <a:rPr lang="ja-JP" altLang="en-US" dirty="0"/>
              <a:t>キーボード</a:t>
            </a:r>
            <a:r>
              <a:rPr lang="en-US" altLang="ja-JP" dirty="0"/>
              <a:t>)</a:t>
            </a:r>
            <a:r>
              <a:rPr lang="ja-JP" altLang="en-US" dirty="0"/>
              <a:t>で操作</a:t>
            </a:r>
            <a:endParaRPr lang="ja-JP" altLang="en-US" sz="1050" dirty="0"/>
          </a:p>
          <a:p>
            <a:endParaRPr kumimoji="1" lang="ja-JP" altLang="en-US" dirty="0"/>
          </a:p>
        </p:txBody>
      </p:sp>
    </p:spTree>
    <p:extLst>
      <p:ext uri="{BB962C8B-B14F-4D97-AF65-F5344CB8AC3E}">
        <p14:creationId xmlns:p14="http://schemas.microsoft.com/office/powerpoint/2010/main" val="379540379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54</TotalTime>
  <Words>219</Words>
  <Application>Microsoft Office PowerPoint</Application>
  <PresentationFormat>ワイド画面</PresentationFormat>
  <Paragraphs>30</Paragraphs>
  <Slides>4</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4</vt:i4>
      </vt:variant>
    </vt:vector>
  </HeadingPairs>
  <TitlesOfParts>
    <vt:vector size="8" baseType="lpstr">
      <vt:lpstr>游ゴシック</vt:lpstr>
      <vt:lpstr>游ゴシック Light</vt:lpstr>
      <vt:lpstr>Arial</vt:lpstr>
      <vt:lpstr>Office テーマ</vt:lpstr>
      <vt:lpstr>Sewer Escape（下水道からの脱出）</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寺尾　彪翔</dc:creator>
  <cp:lastModifiedBy>寺尾　彪翔</cp:lastModifiedBy>
  <cp:revision>3</cp:revision>
  <dcterms:created xsi:type="dcterms:W3CDTF">2026-09-10T08:19:12Z</dcterms:created>
  <dcterms:modified xsi:type="dcterms:W3CDTF">2026-09-15T09:52:39Z</dcterms:modified>
</cp:coreProperties>
</file>