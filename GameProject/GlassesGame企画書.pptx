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504DD6-2EF1-CFF3-FC50-6869268AC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6F092EF-39A8-BBEA-7472-D60F9100E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EDA0D2-E93B-90D3-17B7-0FE9FC288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718E-7E5D-420D-84F3-38F49835A850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E66A8A-38AC-1191-D8DB-E02CDF0F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3281EB-0ADF-6E75-1489-B11ECB8E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51E5-B532-4C6D-AD49-5FA905A0BB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6289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25B63F-9C39-25AD-E6DA-3088A0DC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C51728-CE2F-BCFB-48B6-3017655D1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BA4194-EAFD-110A-8454-93B2F3268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718E-7E5D-420D-84F3-38F49835A850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9256A5-AD3F-B431-AB25-C6743E635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008186-A184-CC22-038E-66C2D79F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51E5-B532-4C6D-AD49-5FA905A0BB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147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FD7178-0216-BE0E-6ABB-B628C771C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BD8D53-28E7-EE52-6110-C0BC9AD94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A0B4E1-F7B8-F7F4-1724-236BE9523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718E-7E5D-420D-84F3-38F49835A850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DA34DE-DC53-40E2-A84D-8661C5DD2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74F79D-8765-47F2-FF3D-F2DA98AE8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51E5-B532-4C6D-AD49-5FA905A0BB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720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88A4BC-9F47-C8A8-124D-F221252A5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9E32D0-34C5-1FBF-526D-42C4DB7175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9C142F-FA52-5B6C-D6D3-0FC63BB16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FE09FC2-A1D8-EEC2-6812-1A6603ED8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718E-7E5D-420D-84F3-38F49835A850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647419-9F53-5032-12B0-146550098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342536-2F15-92D4-1C6C-640D16BC6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51E5-B532-4C6D-AD49-5FA905A0BB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3356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766A08-B478-6D2F-EB56-F4FC87556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FAC7A5-E4AF-246E-32E3-572A765CC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E78457-004E-D216-39CF-B8CD7CF34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86C5E51-81CE-895F-4577-616048B8BA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B52832F-0597-4C0B-BAC7-89CED33D53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013B619-DBDA-2087-DF77-886C9C870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718E-7E5D-420D-84F3-38F49835A850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C462AE-E5F5-C792-C64F-BE4A347FC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76D60F6-9B13-48F4-40CC-A73DD01B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51E5-B532-4C6D-AD49-5FA905A0BB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50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4DEC25-D0D6-7B1A-CA21-B7E3E959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62482EA-458D-F1D3-6D96-29EAD809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718E-7E5D-420D-84F3-38F49835A850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8CC4C8B-8C70-A642-BBA2-5DC562393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34877E2-1750-226E-5FC8-961849A6B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51E5-B532-4C6D-AD49-5FA905A0BB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810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E8887D2-5CA9-3EDC-B3E3-BA4D05EF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718E-7E5D-420D-84F3-38F49835A850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6DBABCB-C361-66A0-EE0F-C5598AB2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E23AC8-8DB5-C64D-B39F-D7B634E32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51E5-B532-4C6D-AD49-5FA905A0BB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398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E77C20-6511-EF2E-DF15-C76149FF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7A707C-9734-C8FF-3EF5-E7CAFE89A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D50619-16C2-C17C-425B-639CA7BE1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B2990F-B48A-A311-7B5B-CD356EF11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718E-7E5D-420D-84F3-38F49835A850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987195-6B42-EC74-9CE1-9E20E5876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5224FD-9DEC-5EE7-97DB-B9223B06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51E5-B532-4C6D-AD49-5FA905A0BB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8685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E10814-73D0-A021-2636-4C54CEFA4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C292378-B0DF-52F6-3203-1FB73313CC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A913DB5-28FB-3479-80A3-38ACFC318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2CEE14-C479-C9FB-6D52-8ACF3FA47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718E-7E5D-420D-84F3-38F49835A850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E56224-4EAC-17A1-1892-82CA0B223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01F3F5-7EF2-D07C-7A0C-DFE22224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51E5-B532-4C6D-AD49-5FA905A0BB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097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FDD5FE-4982-5740-2AE1-6CB08305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379B5E-859D-53AA-BF31-258C8C79C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0E0207-2F3A-B41C-884C-17A8630C8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718E-7E5D-420D-84F3-38F49835A850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EDEFDE-BA98-519E-7398-7D69341FF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F5B43-B6B5-F9DC-AF8B-3E062D17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51E5-B532-4C6D-AD49-5FA905A0BB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586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8A98424-1CE8-37F7-B3C9-D371E01409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1DFF8B7-EC39-4569-03FE-94687DF8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1C405A-8F9D-CA76-CE4E-B5FAD6EFA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718E-7E5D-420D-84F3-38F49835A850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01BB86-00DF-FCE0-9EF7-0D444D270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1A655A-BCDC-A799-9BEB-EA6A55F1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51E5-B532-4C6D-AD49-5FA905A0BB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8980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9566819-0DD2-1C4A-138E-FF87AF88A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2B38B25-C03A-E575-D533-8E47F6BC4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AAA1E0-D639-7A9E-2D71-0F455BE2D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2718E-7E5D-420D-84F3-38F49835A850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DA0552-9283-3C6A-6B6B-B8C6289C1D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FDFB0A-3BFD-E7E1-4909-1D982F899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6D51E5-B532-4C6D-AD49-5FA905A0BB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6255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8873D7-1224-A5E1-63FF-C059E388C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527" y="374218"/>
            <a:ext cx="6160655" cy="1473055"/>
          </a:xfrm>
        </p:spPr>
        <p:txBody>
          <a:bodyPr anchor="ctr"/>
          <a:lstStyle/>
          <a:p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1F978CF-F78C-D11C-E800-5F7194A77A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0621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武部　伝</dc:creator>
  <cp:lastModifiedBy>武部　伝</cp:lastModifiedBy>
  <cp:revision>1</cp:revision>
  <dcterms:created xsi:type="dcterms:W3CDTF">2026-09-08T08:31:48Z</dcterms:created>
  <dcterms:modified xsi:type="dcterms:W3CDTF">2026-09-08T08:52:22Z</dcterms:modified>
</cp:coreProperties>
</file>