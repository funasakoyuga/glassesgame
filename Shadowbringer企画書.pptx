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8D2A5-9276-4B3F-8B90-42502B5B24ED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3BEC9-C870-4F33-803C-0F84AAD12D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88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プレイヤーの動きー＞左右移動とジャンプ　　攻撃とパリィ　ステージー＞ボス部屋　　ショップー＞装飾品　</a:t>
            </a:r>
            <a:endParaRPr kumimoji="1" lang="en-US" altLang="ja-JP" dirty="0"/>
          </a:p>
          <a:p>
            <a:r>
              <a:rPr kumimoji="1" lang="ja-JP" altLang="en-US" dirty="0"/>
              <a:t>装飾品効果ー＞体力満タンの時に攻撃力アップ</a:t>
            </a:r>
            <a:endParaRPr kumimoji="1" lang="en-US" altLang="ja-JP" dirty="0"/>
          </a:p>
          <a:p>
            <a:r>
              <a:rPr kumimoji="1" lang="ja-JP" altLang="en-US" dirty="0"/>
              <a:t>ステージ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ショップ</a:t>
            </a:r>
            <a:r>
              <a:rPr kumimoji="1" lang="en-US" altLang="ja-JP" dirty="0"/>
              <a:t>)</a:t>
            </a:r>
            <a:r>
              <a:rPr kumimoji="1" lang="ja-JP" altLang="en-US" dirty="0"/>
              <a:t>ー＞ボスの前</a:t>
            </a:r>
            <a:endParaRPr kumimoji="1" lang="en-US" altLang="ja-JP" dirty="0"/>
          </a:p>
          <a:p>
            <a:r>
              <a:rPr kumimoji="1" lang="ja-JP" altLang="en-US" dirty="0"/>
              <a:t>ステージで通貨、ショップ、雑魚敵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3BEC9-C870-4F33-803C-0F84AAD12D2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0528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19CED-9341-1F27-931F-336461951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60A04F-3014-5F36-21B5-D930C799F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4D9E63-FA76-27FF-AE7F-43A543DBA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AA4E75-35AE-DF35-D893-615267C1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422A45-BAEA-216E-E2A6-498F0B5C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16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5ADB5-CD72-A24E-FE5B-3E558595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247FD0-7F92-5C23-04A5-95F97E58F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CD48C1-05B1-4B00-A1A5-947D0091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27D03-7EBE-6B6D-1211-15889B2C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26E945-C39A-EA1D-8F31-1D28352E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44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31A85-EF02-2123-4149-58E6DBF91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CC9706-26CC-A341-1E98-9FAC7C9F5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106E3B-43CB-D70B-93DC-E4DC9378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575B86-B342-2B03-7F98-EA37256D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66413-5492-C712-A139-7FA1BD31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53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C8C7D-DD3D-A1EB-B457-31ED9F67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D2650E-C016-5A23-F6AA-3A3B22552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D7B1A3-5EA0-83D3-2E82-D8FDBC2BE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447FB7-557D-CD11-81D8-F53DC3CC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FBFADE-3DCD-5B47-E84C-F0E2ED55A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07453D-FBF8-695D-3278-EE9E10C8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674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A7FAD1-C826-A92A-0383-D45D2495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7ED451-CEE9-2684-1CD6-EEE9F320C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4796A-D8DE-529B-312D-84A0889CB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EB36F0-89A8-C3E8-6A47-8598B4C72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AC66C6-4EF7-8644-6ED0-F232F866D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C6CB72-02E3-D457-2C14-2CA2DF76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531C25-065E-DE64-7456-A9021E9F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217610-9B0C-2767-589B-F4ED8005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69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F18DC-993A-FC11-CD94-B962A482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C89CC4-4161-E120-D461-13A90383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8EF657-D0E4-19BC-F81A-1D5EE1B2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5CE5008-EEE6-D7C2-8B9D-41BECF50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75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5D72FC-5ADE-C120-B7C1-52470FE54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D1FE99-95B8-E2F6-F943-EBE1540E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7BE239-456D-DF1B-0219-B1B81F12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28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C230CB-A28D-8F45-870E-8A6A1D53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A609AE-6212-BA5B-43C0-D0F8F7F9B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BC09DB-E10B-09F0-81D5-5B039EC37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39B7EC-19A7-7CBE-3D81-7A7DDB46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2177BC-4C88-C3DF-16DC-A020380F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28BAA3-8926-33F3-58D7-8C4872CF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36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C4D819-CC67-E84C-6DD2-55910414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7A387DC-0902-7037-48F7-677B83BB1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837FF4-93D7-5875-DF71-12FBBBC09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F32E7F-B3C7-225A-2BEB-6D964798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45F294-7CA9-791D-B9FA-DCB90DBF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740C84-45CA-6140-BB9E-17E93C68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69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CC59D3-F43C-6FEB-4A39-12A9F67C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87A406-F3A6-E71E-743D-5E9358ED9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E180BE-C1B7-4FAF-483F-02AF9B9D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CA7241-A295-A0B5-6A4A-CCC2D3210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04562C-761A-0E3B-7749-3680C770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42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757EE9F-1F04-0BD3-EA12-75E8F9021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1FAE5D-B530-E6E4-0CCC-1D2B988FF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2AB299-0A32-C172-C952-3F8A3733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CC5AED-54A0-B87D-0301-CDCDD9D1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2EEE30-31C1-5E7B-2540-F5F25CB7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722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7447886-56CE-1500-CF00-CA26A42B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0B780D-7EC0-AC2B-53F7-75AD23783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FCEF72-AA45-5151-A824-2357D46A4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F22BD-00DF-4C20-8D3A-CB5CE4FCC60C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C0A677-38FA-31FC-DC69-62EE9AC31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D90572-A275-2DE2-3BA0-A1A037883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E0EEA-BAF6-49D8-87FD-EBEFAB00A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00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FD267-D844-0842-2680-1CD4E02F5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91491" y="0"/>
            <a:ext cx="9144000" cy="1335738"/>
          </a:xfrm>
        </p:spPr>
        <p:txBody>
          <a:bodyPr/>
          <a:lstStyle/>
          <a:p>
            <a:r>
              <a:rPr kumimoji="1" lang="en-US" altLang="ja-JP" dirty="0"/>
              <a:t>ShadowBringer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315080-ACA3-40BB-14BC-CE9B4FD1C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0" y="2795775"/>
            <a:ext cx="4045528" cy="3259275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dirty="0"/>
              <a:t>三つの装備で影の王を倒す</a:t>
            </a:r>
            <a:endParaRPr kumimoji="1" lang="en-US" altLang="ja-JP" dirty="0"/>
          </a:p>
          <a:p>
            <a:pPr algn="l"/>
            <a:endParaRPr kumimoji="1" lang="en-US" altLang="ja-JP" dirty="0"/>
          </a:p>
          <a:p>
            <a:pPr algn="l"/>
            <a:r>
              <a:rPr lang="ja-JP" altLang="en-US" dirty="0"/>
              <a:t>道中のショップやボス前のショップで武器やアクセサリーなど装備アイテムを購入できる</a:t>
            </a:r>
            <a:endParaRPr lang="en-US" altLang="ja-JP" dirty="0"/>
          </a:p>
          <a:p>
            <a:pPr algn="l"/>
            <a:endParaRPr lang="en-US" altLang="ja-JP" dirty="0"/>
          </a:p>
          <a:p>
            <a:pPr algn="l"/>
            <a:r>
              <a:rPr lang="ja-JP" altLang="en-US" dirty="0"/>
              <a:t>装備は所持できない</a:t>
            </a:r>
            <a:endParaRPr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560191-129A-E90F-9FF4-420BCB426CB7}"/>
              </a:ext>
            </a:extLst>
          </p:cNvPr>
          <p:cNvSpPr txBox="1"/>
          <p:nvPr/>
        </p:nvSpPr>
        <p:spPr>
          <a:xfrm>
            <a:off x="655781" y="187379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内容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8ED998C-169C-79B2-8647-AEB9FF3AC68C}"/>
              </a:ext>
            </a:extLst>
          </p:cNvPr>
          <p:cNvSpPr txBox="1"/>
          <p:nvPr/>
        </p:nvSpPr>
        <p:spPr>
          <a:xfrm>
            <a:off x="7121236" y="6678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画像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D663121-4E78-ABB4-75B1-E49C20D1D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t="1196" r="12881" b="1"/>
          <a:stretch>
            <a:fillRect/>
          </a:stretch>
        </p:blipFill>
        <p:spPr>
          <a:xfrm>
            <a:off x="6765344" y="102723"/>
            <a:ext cx="5334292" cy="354214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A186494-FF94-DA2E-8463-DC58AA050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890" y="3468829"/>
            <a:ext cx="6025192" cy="338917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40A015-B329-8728-455F-381D9F5783A9}"/>
              </a:ext>
            </a:extLst>
          </p:cNvPr>
          <p:cNvSpPr txBox="1"/>
          <p:nvPr/>
        </p:nvSpPr>
        <p:spPr>
          <a:xfrm>
            <a:off x="586030" y="1312379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ジャンル：ハックスラッシュ</a:t>
            </a:r>
          </a:p>
        </p:txBody>
      </p:sp>
    </p:spTree>
    <p:extLst>
      <p:ext uri="{BB962C8B-B14F-4D97-AF65-F5344CB8AC3E}">
        <p14:creationId xmlns:p14="http://schemas.microsoft.com/office/powerpoint/2010/main" val="79184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783D5-2707-0A92-1422-B5376DBB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BED351-584F-4A5B-D76A-3870565DE0B7}"/>
              </a:ext>
            </a:extLst>
          </p:cNvPr>
          <p:cNvSpPr txBox="1"/>
          <p:nvPr/>
        </p:nvSpPr>
        <p:spPr>
          <a:xfrm>
            <a:off x="720436" y="418486"/>
            <a:ext cx="190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武器</a:t>
            </a:r>
            <a:endParaRPr kumimoji="1" lang="ja-JP" altLang="en-US" sz="4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57D032-9DF7-9589-926C-73DA63EE6492}"/>
              </a:ext>
            </a:extLst>
          </p:cNvPr>
          <p:cNvSpPr txBox="1"/>
          <p:nvPr/>
        </p:nvSpPr>
        <p:spPr>
          <a:xfrm>
            <a:off x="720436" y="15398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剣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251D92-55C5-03BB-9B71-A3395FC2D11B}"/>
              </a:ext>
            </a:extLst>
          </p:cNvPr>
          <p:cNvSpPr txBox="1"/>
          <p:nvPr/>
        </p:nvSpPr>
        <p:spPr>
          <a:xfrm>
            <a:off x="720436" y="30135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杖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135568-E607-D6FB-9277-6612665BAD5A}"/>
              </a:ext>
            </a:extLst>
          </p:cNvPr>
          <p:cNvSpPr txBox="1"/>
          <p:nvPr/>
        </p:nvSpPr>
        <p:spPr>
          <a:xfrm>
            <a:off x="6096000" y="30344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弓</a:t>
            </a:r>
            <a:endParaRPr kumimoji="1" lang="ja-JP" altLang="en-US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8AC13D-A6B0-0834-B916-F3E47A3E516A}"/>
              </a:ext>
            </a:extLst>
          </p:cNvPr>
          <p:cNvSpPr txBox="1"/>
          <p:nvPr/>
        </p:nvSpPr>
        <p:spPr>
          <a:xfrm>
            <a:off x="554856" y="442554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アクセサリー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B0145F3-835F-4E35-EA19-9B66A8AE1A52}"/>
              </a:ext>
            </a:extLst>
          </p:cNvPr>
          <p:cNvSpPr txBox="1"/>
          <p:nvPr/>
        </p:nvSpPr>
        <p:spPr>
          <a:xfrm>
            <a:off x="2124364" y="58776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攻撃力や攻撃範囲が変わる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7BE3F00-7B2B-709D-3B22-D3A736CCBC4F}"/>
              </a:ext>
            </a:extLst>
          </p:cNvPr>
          <p:cNvSpPr txBox="1"/>
          <p:nvPr/>
        </p:nvSpPr>
        <p:spPr>
          <a:xfrm>
            <a:off x="2586181" y="4425548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プレイヤーにバフ効果を</a:t>
            </a:r>
            <a:endParaRPr kumimoji="1" lang="en-US" altLang="ja-JP" dirty="0"/>
          </a:p>
          <a:p>
            <a:r>
              <a:rPr kumimoji="1" lang="ja-JP" altLang="en-US" dirty="0"/>
              <a:t>付与する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C36520-0522-84A7-5995-C3026BA46B7C}"/>
              </a:ext>
            </a:extLst>
          </p:cNvPr>
          <p:cNvSpPr txBox="1"/>
          <p:nvPr/>
        </p:nvSpPr>
        <p:spPr>
          <a:xfrm>
            <a:off x="480965" y="520135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効果の例</a:t>
            </a:r>
            <a:r>
              <a:rPr lang="ja-JP" altLang="en-US" sz="2400" dirty="0"/>
              <a:t>）</a:t>
            </a:r>
            <a:endParaRPr kumimoji="1" lang="ja-JP" altLang="en-US" sz="2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A61857-9856-E002-322B-573AC629A949}"/>
              </a:ext>
            </a:extLst>
          </p:cNvPr>
          <p:cNvSpPr txBox="1"/>
          <p:nvPr/>
        </p:nvSpPr>
        <p:spPr>
          <a:xfrm>
            <a:off x="2321694" y="1464804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上下左右の自分の周囲を攻撃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6C13E9-3EAA-11D8-AA06-B460E8F59D7A}"/>
              </a:ext>
            </a:extLst>
          </p:cNvPr>
          <p:cNvSpPr txBox="1"/>
          <p:nvPr/>
        </p:nvSpPr>
        <p:spPr>
          <a:xfrm>
            <a:off x="8404097" y="921771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剣より攻撃力が高い</a:t>
            </a:r>
            <a:endParaRPr kumimoji="1" lang="en-US" altLang="ja-JP" dirty="0"/>
          </a:p>
          <a:p>
            <a:r>
              <a:rPr lang="ja-JP" altLang="en-US" dirty="0"/>
              <a:t>振りが大きい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646EF8-47D2-46D6-FA3D-C2121210B51F}"/>
              </a:ext>
            </a:extLst>
          </p:cNvPr>
          <p:cNvSpPr txBox="1"/>
          <p:nvPr/>
        </p:nvSpPr>
        <p:spPr>
          <a:xfrm>
            <a:off x="2321694" y="309958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遠距離範囲攻撃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0534B32-6D52-44EB-5FE8-C7190CC67CB1}"/>
              </a:ext>
            </a:extLst>
          </p:cNvPr>
          <p:cNvSpPr txBox="1"/>
          <p:nvPr/>
        </p:nvSpPr>
        <p:spPr>
          <a:xfrm>
            <a:off x="8391098" y="3172919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遠距離単体攻撃</a:t>
            </a:r>
            <a:endParaRPr kumimoji="1" lang="en-US" altLang="ja-JP" dirty="0"/>
          </a:p>
          <a:p>
            <a:r>
              <a:rPr lang="ja-JP" altLang="en-US" dirty="0"/>
              <a:t>杖より攻撃力が高い</a:t>
            </a:r>
            <a:endParaRPr kumimoji="1" lang="ja-JP" altLang="en-US" dirty="0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0A31128B-975F-3DD8-AEEF-4E42DA9C2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07" y="1486931"/>
            <a:ext cx="1487178" cy="1487178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4A05983-F1BE-3B62-2CBF-38C5B5A80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80972">
            <a:off x="938447" y="2909289"/>
            <a:ext cx="1216784" cy="161698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C219D482-A9DF-711F-E439-29E72DA4F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271" y="2623759"/>
            <a:ext cx="1849495" cy="1849495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4619F477-4B02-C93C-2F78-1F6CA46F5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0" t="1039" r="30479" b="26760"/>
          <a:stretch>
            <a:fillRect/>
          </a:stretch>
        </p:blipFill>
        <p:spPr>
          <a:xfrm flipH="1">
            <a:off x="6478667" y="1244937"/>
            <a:ext cx="1874845" cy="1771868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080ED6B8-F288-8B11-35C0-A7D46AFD8C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080" y="3013501"/>
            <a:ext cx="1976017" cy="220169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B1CC795-7683-E198-3A76-A5E2CCC9E4E0}"/>
              </a:ext>
            </a:extLst>
          </p:cNvPr>
          <p:cNvSpPr txBox="1"/>
          <p:nvPr/>
        </p:nvSpPr>
        <p:spPr>
          <a:xfrm>
            <a:off x="6096000" y="83272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大剣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EB9EFCF-60A3-263B-9F21-4EC22541F0F0}"/>
              </a:ext>
            </a:extLst>
          </p:cNvPr>
          <p:cNvSpPr txBox="1"/>
          <p:nvPr/>
        </p:nvSpPr>
        <p:spPr>
          <a:xfrm>
            <a:off x="1914683" y="5336538"/>
            <a:ext cx="67906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・攻撃力〇％</a:t>
            </a:r>
            <a:r>
              <a:rPr kumimoji="1" lang="en-US" altLang="ja-JP" sz="2800" dirty="0"/>
              <a:t>UP</a:t>
            </a:r>
            <a:r>
              <a:rPr kumimoji="1" lang="ja-JP" altLang="en-US" sz="2800" dirty="0"/>
              <a:t>　・通貨のドロップ増加</a:t>
            </a:r>
            <a:endParaRPr kumimoji="1" lang="en-US" altLang="ja-JP" sz="2800" dirty="0"/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HP</a:t>
            </a:r>
            <a:r>
              <a:rPr lang="ja-JP" altLang="en-US" sz="2800" dirty="0"/>
              <a:t>〇％増加　　  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971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EDDC7-9F4B-D262-9C2A-2CCA6C38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290" y="679161"/>
            <a:ext cx="11009745" cy="1325563"/>
          </a:xfrm>
        </p:spPr>
        <p:txBody>
          <a:bodyPr/>
          <a:lstStyle/>
          <a:p>
            <a:r>
              <a:rPr kumimoji="1" lang="ja-JP" altLang="en-US" dirty="0"/>
              <a:t>コンセプト：いろんな方法で敵を倒そう！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B38D98-CF76-E48A-24D8-85A6BFA6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90" y="2771630"/>
            <a:ext cx="10515600" cy="2640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 dirty="0"/>
              <a:t>プレイ人数：</a:t>
            </a:r>
            <a:r>
              <a:rPr kumimoji="1" lang="en-US" altLang="ja-JP" sz="3600" dirty="0"/>
              <a:t>1</a:t>
            </a:r>
            <a:r>
              <a:rPr kumimoji="1" lang="ja-JP" altLang="en-US" sz="3600" dirty="0"/>
              <a:t>人</a:t>
            </a:r>
            <a:endParaRPr kumimoji="1" lang="en-US" altLang="ja-JP" sz="3600" dirty="0"/>
          </a:p>
          <a:p>
            <a:pPr marL="0" indent="0">
              <a:buNone/>
            </a:pP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ターゲット：ハクスラゲーが好きな人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　　　　　</a:t>
            </a:r>
            <a:r>
              <a:rPr lang="en-US" altLang="ja-JP" sz="3600" dirty="0"/>
              <a:t>(</a:t>
            </a:r>
            <a:r>
              <a:rPr lang="ja-JP" altLang="en-US" sz="3600" dirty="0"/>
              <a:t>約</a:t>
            </a:r>
            <a:r>
              <a:rPr lang="en-US" altLang="ja-JP" sz="3600" dirty="0"/>
              <a:t>5000</a:t>
            </a:r>
            <a:r>
              <a:rPr lang="ja-JP" altLang="en-US" sz="3600" dirty="0"/>
              <a:t>万人</a:t>
            </a:r>
            <a:r>
              <a:rPr lang="en-US" altLang="ja-JP" sz="3600" dirty="0"/>
              <a:t>)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362512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173</Words>
  <Application>Microsoft Office PowerPoint</Application>
  <PresentationFormat>ワイド画面</PresentationFormat>
  <Paragraphs>37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ShadowBringer</vt:lpstr>
      <vt:lpstr>PowerPoint プレゼンテーション</vt:lpstr>
      <vt:lpstr>コンセプト：いろんな方法で敵を倒そう！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茅場　舞桜</dc:creator>
  <cp:lastModifiedBy>茅場　舞桜</cp:lastModifiedBy>
  <cp:revision>6</cp:revision>
  <dcterms:created xsi:type="dcterms:W3CDTF">2026-04-22T08:44:12Z</dcterms:created>
  <dcterms:modified xsi:type="dcterms:W3CDTF">2026-04-28T08:08:58Z</dcterms:modified>
</cp:coreProperties>
</file>